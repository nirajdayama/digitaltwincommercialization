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9" r:id="rId2"/>
    <p:sldId id="256" r:id="rId3"/>
    <p:sldId id="257" r:id="rId4"/>
    <p:sldId id="291" r:id="rId5"/>
    <p:sldId id="293" r:id="rId6"/>
    <p:sldId id="29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9933"/>
    <a:srgbClr val="CCFFCC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45" autoAdjust="0"/>
    <p:restoredTop sz="94660" autoAdjust="0"/>
  </p:normalViewPr>
  <p:slideViewPr>
    <p:cSldViewPr snapToGrid="0">
      <p:cViewPr varScale="1">
        <p:scale>
          <a:sx n="71" d="100"/>
          <a:sy n="71" d="100"/>
        </p:scale>
        <p:origin x="1190" y="53"/>
      </p:cViewPr>
      <p:guideLst/>
    </p:cSldViewPr>
  </p:slideViewPr>
  <p:outlineViewPr>
    <p:cViewPr>
      <p:scale>
        <a:sx n="33" d="100"/>
        <a:sy n="33" d="100"/>
      </p:scale>
      <p:origin x="0" y="-4733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aj Dayama" userId="6a7dbfd3-000d-40bd-a806-9316cc01e6e0" providerId="ADAL" clId="{A947F97B-AAB1-4BAA-8BCD-5A0C42A1E752}"/>
    <pc:docChg chg="undo custSel addSld delSld modSld">
      <pc:chgData name="Niraj Dayama" userId="6a7dbfd3-000d-40bd-a806-9316cc01e6e0" providerId="ADAL" clId="{A947F97B-AAB1-4BAA-8BCD-5A0C42A1E752}" dt="2025-04-17T06:25:42.507" v="519" actId="948"/>
      <pc:docMkLst>
        <pc:docMk/>
      </pc:docMkLst>
      <pc:sldChg chg="modSp add mod">
        <pc:chgData name="Niraj Dayama" userId="6a7dbfd3-000d-40bd-a806-9316cc01e6e0" providerId="ADAL" clId="{A947F97B-AAB1-4BAA-8BCD-5A0C42A1E752}" dt="2025-04-17T06:25:42.507" v="519" actId="948"/>
        <pc:sldMkLst>
          <pc:docMk/>
          <pc:sldMk cId="0" sldId="256"/>
        </pc:sldMkLst>
        <pc:spChg chg="mod">
          <ac:chgData name="Niraj Dayama" userId="6a7dbfd3-000d-40bd-a806-9316cc01e6e0" providerId="ADAL" clId="{A947F97B-AAB1-4BAA-8BCD-5A0C42A1E752}" dt="2025-04-17T04:49:59.617" v="158"/>
          <ac:spMkLst>
            <pc:docMk/>
            <pc:sldMk cId="0" sldId="256"/>
            <ac:spMk id="2" creationId="{00000000-0000-0000-0000-000000000000}"/>
          </ac:spMkLst>
        </pc:spChg>
        <pc:spChg chg="mod">
          <ac:chgData name="Niraj Dayama" userId="6a7dbfd3-000d-40bd-a806-9316cc01e6e0" providerId="ADAL" clId="{A947F97B-AAB1-4BAA-8BCD-5A0C42A1E752}" dt="2025-04-17T06:25:42.507" v="519" actId="948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add mod">
        <pc:chgData name="Niraj Dayama" userId="6a7dbfd3-000d-40bd-a806-9316cc01e6e0" providerId="ADAL" clId="{A947F97B-AAB1-4BAA-8BCD-5A0C42A1E752}" dt="2025-04-17T06:23:19.015" v="491" actId="20577"/>
        <pc:sldMkLst>
          <pc:docMk/>
          <pc:sldMk cId="0" sldId="257"/>
        </pc:sldMkLst>
        <pc:spChg chg="del mod">
          <ac:chgData name="Niraj Dayama" userId="6a7dbfd3-000d-40bd-a806-9316cc01e6e0" providerId="ADAL" clId="{A947F97B-AAB1-4BAA-8BCD-5A0C42A1E752}" dt="2025-04-17T06:19:43.868" v="344" actId="1032"/>
          <ac:spMkLst>
            <pc:docMk/>
            <pc:sldMk cId="0" sldId="257"/>
            <ac:spMk id="3" creationId="{00000000-0000-0000-0000-000000000000}"/>
          </ac:spMkLst>
        </pc:spChg>
        <pc:spChg chg="mod topLvl">
          <ac:chgData name="Niraj Dayama" userId="6a7dbfd3-000d-40bd-a806-9316cc01e6e0" providerId="ADAL" clId="{A947F97B-AAB1-4BAA-8BCD-5A0C42A1E752}" dt="2025-04-17T06:22:43.561" v="478" actId="14100"/>
          <ac:spMkLst>
            <pc:docMk/>
            <pc:sldMk cId="0" sldId="257"/>
            <ac:spMk id="6" creationId="{73B424FB-6CB1-4DF8-9835-68F886AF976C}"/>
          </ac:spMkLst>
        </pc:spChg>
        <pc:spChg chg="mod topLvl">
          <ac:chgData name="Niraj Dayama" userId="6a7dbfd3-000d-40bd-a806-9316cc01e6e0" providerId="ADAL" clId="{A947F97B-AAB1-4BAA-8BCD-5A0C42A1E752}" dt="2025-04-17T06:21:55.452" v="431" actId="165"/>
          <ac:spMkLst>
            <pc:docMk/>
            <pc:sldMk cId="0" sldId="257"/>
            <ac:spMk id="7" creationId="{3A0E7831-A733-460C-89EA-CA0F0F81BA3D}"/>
          </ac:spMkLst>
        </pc:spChg>
        <pc:spChg chg="mod topLvl">
          <ac:chgData name="Niraj Dayama" userId="6a7dbfd3-000d-40bd-a806-9316cc01e6e0" providerId="ADAL" clId="{A947F97B-AAB1-4BAA-8BCD-5A0C42A1E752}" dt="2025-04-17T06:22:43.561" v="478" actId="14100"/>
          <ac:spMkLst>
            <pc:docMk/>
            <pc:sldMk cId="0" sldId="257"/>
            <ac:spMk id="8" creationId="{B2241EA7-8B35-4F18-B9AD-6A092D6940EF}"/>
          </ac:spMkLst>
        </pc:spChg>
        <pc:spChg chg="mod topLvl">
          <ac:chgData name="Niraj Dayama" userId="6a7dbfd3-000d-40bd-a806-9316cc01e6e0" providerId="ADAL" clId="{A947F97B-AAB1-4BAA-8BCD-5A0C42A1E752}" dt="2025-04-17T06:21:55.452" v="431" actId="165"/>
          <ac:spMkLst>
            <pc:docMk/>
            <pc:sldMk cId="0" sldId="257"/>
            <ac:spMk id="9" creationId="{D0543133-5D85-4F8B-8825-733AA3224F96}"/>
          </ac:spMkLst>
        </pc:spChg>
        <pc:spChg chg="mod topLvl">
          <ac:chgData name="Niraj Dayama" userId="6a7dbfd3-000d-40bd-a806-9316cc01e6e0" providerId="ADAL" clId="{A947F97B-AAB1-4BAA-8BCD-5A0C42A1E752}" dt="2025-04-17T06:22:43.561" v="478" actId="14100"/>
          <ac:spMkLst>
            <pc:docMk/>
            <pc:sldMk cId="0" sldId="257"/>
            <ac:spMk id="10" creationId="{65AFB9A0-56B1-4E82-B6E7-AA2CAFE541B4}"/>
          </ac:spMkLst>
        </pc:spChg>
        <pc:spChg chg="mod topLvl">
          <ac:chgData name="Niraj Dayama" userId="6a7dbfd3-000d-40bd-a806-9316cc01e6e0" providerId="ADAL" clId="{A947F97B-AAB1-4BAA-8BCD-5A0C42A1E752}" dt="2025-04-17T06:21:55.452" v="431" actId="165"/>
          <ac:spMkLst>
            <pc:docMk/>
            <pc:sldMk cId="0" sldId="257"/>
            <ac:spMk id="11" creationId="{0C6A254C-728C-433E-BF0C-8AD348D0B270}"/>
          </ac:spMkLst>
        </pc:spChg>
        <pc:spChg chg="mod topLvl">
          <ac:chgData name="Niraj Dayama" userId="6a7dbfd3-000d-40bd-a806-9316cc01e6e0" providerId="ADAL" clId="{A947F97B-AAB1-4BAA-8BCD-5A0C42A1E752}" dt="2025-04-17T06:22:43.561" v="478" actId="14100"/>
          <ac:spMkLst>
            <pc:docMk/>
            <pc:sldMk cId="0" sldId="257"/>
            <ac:spMk id="12" creationId="{786D0DC4-79E1-4A71-BC73-32EF256EDD8B}"/>
          </ac:spMkLst>
        </pc:spChg>
        <pc:spChg chg="mod topLvl">
          <ac:chgData name="Niraj Dayama" userId="6a7dbfd3-000d-40bd-a806-9316cc01e6e0" providerId="ADAL" clId="{A947F97B-AAB1-4BAA-8BCD-5A0C42A1E752}" dt="2025-04-17T06:23:19.015" v="491" actId="20577"/>
          <ac:spMkLst>
            <pc:docMk/>
            <pc:sldMk cId="0" sldId="257"/>
            <ac:spMk id="13" creationId="{3756D68F-9EA8-4070-A6C4-4B4E7C79DC34}"/>
          </ac:spMkLst>
        </pc:spChg>
        <pc:spChg chg="mod topLvl">
          <ac:chgData name="Niraj Dayama" userId="6a7dbfd3-000d-40bd-a806-9316cc01e6e0" providerId="ADAL" clId="{A947F97B-AAB1-4BAA-8BCD-5A0C42A1E752}" dt="2025-04-17T06:22:43.561" v="478" actId="14100"/>
          <ac:spMkLst>
            <pc:docMk/>
            <pc:sldMk cId="0" sldId="257"/>
            <ac:spMk id="14" creationId="{FF51A912-FAB3-4F0D-9754-F767232788EB}"/>
          </ac:spMkLst>
        </pc:spChg>
        <pc:spChg chg="mod topLvl">
          <ac:chgData name="Niraj Dayama" userId="6a7dbfd3-000d-40bd-a806-9316cc01e6e0" providerId="ADAL" clId="{A947F97B-AAB1-4BAA-8BCD-5A0C42A1E752}" dt="2025-04-17T06:21:55.452" v="431" actId="165"/>
          <ac:spMkLst>
            <pc:docMk/>
            <pc:sldMk cId="0" sldId="257"/>
            <ac:spMk id="15" creationId="{A5193FCB-0AB7-413A-B418-5C7EE02B1892}"/>
          </ac:spMkLst>
        </pc:spChg>
        <pc:grpChg chg="del mod">
          <ac:chgData name="Niraj Dayama" userId="6a7dbfd3-000d-40bd-a806-9316cc01e6e0" providerId="ADAL" clId="{A947F97B-AAB1-4BAA-8BCD-5A0C42A1E752}" dt="2025-04-17T06:21:55.452" v="431" actId="165"/>
          <ac:grpSpMkLst>
            <pc:docMk/>
            <pc:sldMk cId="0" sldId="257"/>
            <ac:grpSpMk id="5" creationId="{AC29EFC8-248C-4E6C-B73E-8D0F069F9C44}"/>
          </ac:grpSpMkLst>
        </pc:grpChg>
        <pc:graphicFrameChg chg="add del mod modGraphic">
          <ac:chgData name="Niraj Dayama" userId="6a7dbfd3-000d-40bd-a806-9316cc01e6e0" providerId="ADAL" clId="{A947F97B-AAB1-4BAA-8BCD-5A0C42A1E752}" dt="2025-04-17T06:21:51.763" v="430" actId="18245"/>
          <ac:graphicFrameMkLst>
            <pc:docMk/>
            <pc:sldMk cId="0" sldId="257"/>
            <ac:graphicFrameMk id="4" creationId="{621FD9A8-25B8-42D3-9ED5-6C2CCFDBEAF3}"/>
          </ac:graphicFrameMkLst>
        </pc:graphicFrameChg>
      </pc:sldChg>
      <pc:sldChg chg="modSp add del mod">
        <pc:chgData name="Niraj Dayama" userId="6a7dbfd3-000d-40bd-a806-9316cc01e6e0" providerId="ADAL" clId="{A947F97B-AAB1-4BAA-8BCD-5A0C42A1E752}" dt="2025-04-17T04:51:59.010" v="225" actId="47"/>
        <pc:sldMkLst>
          <pc:docMk/>
          <pc:sldMk cId="0" sldId="258"/>
        </pc:sldMkLst>
        <pc:spChg chg="mod">
          <ac:chgData name="Niraj Dayama" userId="6a7dbfd3-000d-40bd-a806-9316cc01e6e0" providerId="ADAL" clId="{A947F97B-AAB1-4BAA-8BCD-5A0C42A1E752}" dt="2025-04-17T04:51:52.002" v="224" actId="2763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Niraj Dayama" userId="6a7dbfd3-000d-40bd-a806-9316cc01e6e0" providerId="ADAL" clId="{A947F97B-AAB1-4BAA-8BCD-5A0C42A1E752}" dt="2025-04-17T04:48:50.319" v="90" actId="27636"/>
        <pc:sldMkLst>
          <pc:docMk/>
          <pc:sldMk cId="3410479824" sldId="259"/>
        </pc:sldMkLst>
        <pc:spChg chg="mod">
          <ac:chgData name="Niraj Dayama" userId="6a7dbfd3-000d-40bd-a806-9316cc01e6e0" providerId="ADAL" clId="{A947F97B-AAB1-4BAA-8BCD-5A0C42A1E752}" dt="2025-04-17T04:48:50.319" v="90" actId="27636"/>
          <ac:spMkLst>
            <pc:docMk/>
            <pc:sldMk cId="3410479824" sldId="259"/>
            <ac:spMk id="4" creationId="{492F6830-0BE2-4C6E-A855-0565A340250E}"/>
          </ac:spMkLst>
        </pc:spChg>
        <pc:spChg chg="mod">
          <ac:chgData name="Niraj Dayama" userId="6a7dbfd3-000d-40bd-a806-9316cc01e6e0" providerId="ADAL" clId="{A947F97B-AAB1-4BAA-8BCD-5A0C42A1E752}" dt="2025-04-17T04:47:52.811" v="88" actId="20577"/>
          <ac:spMkLst>
            <pc:docMk/>
            <pc:sldMk cId="3410479824" sldId="259"/>
            <ac:spMk id="5" creationId="{678F2E9C-6A9A-458C-B104-E4717F9227A0}"/>
          </ac:spMkLst>
        </pc:spChg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3683755600" sldId="260"/>
        </pc:sldMkLst>
      </pc:sldChg>
      <pc:sldChg chg="del">
        <pc:chgData name="Niraj Dayama" userId="6a7dbfd3-000d-40bd-a806-9316cc01e6e0" providerId="ADAL" clId="{A947F97B-AAB1-4BAA-8BCD-5A0C42A1E752}" dt="2025-04-17T04:46:58.040" v="5" actId="47"/>
        <pc:sldMkLst>
          <pc:docMk/>
          <pc:sldMk cId="2232200640" sldId="262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2279424360" sldId="268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3212315048" sldId="269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1847531520" sldId="270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525692062" sldId="271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922315805" sldId="272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346832753" sldId="273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3708783471" sldId="274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1150235010" sldId="275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289976649" sldId="276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2227393735" sldId="277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2693588002" sldId="278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235511364" sldId="279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47726004" sldId="280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1806260301" sldId="281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4017311249" sldId="282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2420198636" sldId="283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2422722506" sldId="284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1760822816" sldId="285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213311035" sldId="286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432315159" sldId="287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3173345664" sldId="288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1755673002" sldId="289"/>
        </pc:sldMkLst>
      </pc:sldChg>
      <pc:sldChg chg="del">
        <pc:chgData name="Niraj Dayama" userId="6a7dbfd3-000d-40bd-a806-9316cc01e6e0" providerId="ADAL" clId="{A947F97B-AAB1-4BAA-8BCD-5A0C42A1E752}" dt="2025-04-17T04:51:06.089" v="216" actId="47"/>
        <pc:sldMkLst>
          <pc:docMk/>
          <pc:sldMk cId="1857470458" sldId="290"/>
        </pc:sldMkLst>
      </pc:sldChg>
      <pc:sldChg chg="addSp delSp modSp add mod">
        <pc:chgData name="Niraj Dayama" userId="6a7dbfd3-000d-40bd-a806-9316cc01e6e0" providerId="ADAL" clId="{A947F97B-AAB1-4BAA-8BCD-5A0C42A1E752}" dt="2025-04-17T06:19:13.485" v="342" actId="1076"/>
        <pc:sldMkLst>
          <pc:docMk/>
          <pc:sldMk cId="0" sldId="291"/>
        </pc:sldMkLst>
        <pc:spChg chg="mod">
          <ac:chgData name="Niraj Dayama" userId="6a7dbfd3-000d-40bd-a806-9316cc01e6e0" providerId="ADAL" clId="{A947F97B-AAB1-4BAA-8BCD-5A0C42A1E752}" dt="2025-04-17T04:52:16.934" v="228" actId="6549"/>
          <ac:spMkLst>
            <pc:docMk/>
            <pc:sldMk cId="0" sldId="291"/>
            <ac:spMk id="2" creationId="{00000000-0000-0000-0000-000000000000}"/>
          </ac:spMkLst>
        </pc:spChg>
        <pc:spChg chg="del mod">
          <ac:chgData name="Niraj Dayama" userId="6a7dbfd3-000d-40bd-a806-9316cc01e6e0" providerId="ADAL" clId="{A947F97B-AAB1-4BAA-8BCD-5A0C42A1E752}" dt="2025-04-17T04:54:50.738" v="253" actId="1032"/>
          <ac:spMkLst>
            <pc:docMk/>
            <pc:sldMk cId="0" sldId="291"/>
            <ac:spMk id="3" creationId="{00000000-0000-0000-0000-000000000000}"/>
          </ac:spMkLst>
        </pc:spChg>
        <pc:graphicFrameChg chg="add mod modGraphic">
          <ac:chgData name="Niraj Dayama" userId="6a7dbfd3-000d-40bd-a806-9316cc01e6e0" providerId="ADAL" clId="{A947F97B-AAB1-4BAA-8BCD-5A0C42A1E752}" dt="2025-04-17T06:19:13.485" v="342" actId="1076"/>
          <ac:graphicFrameMkLst>
            <pc:docMk/>
            <pc:sldMk cId="0" sldId="291"/>
            <ac:graphicFrameMk id="4" creationId="{A1307067-0BDC-4F9A-8DD4-8DC48216A5DB}"/>
          </ac:graphicFrameMkLst>
        </pc:graphicFrameChg>
      </pc:sldChg>
      <pc:sldChg chg="addSp delSp modSp add mod">
        <pc:chgData name="Niraj Dayama" userId="6a7dbfd3-000d-40bd-a806-9316cc01e6e0" providerId="ADAL" clId="{A947F97B-AAB1-4BAA-8BCD-5A0C42A1E752}" dt="2025-04-17T06:24:52.646" v="516" actId="14100"/>
        <pc:sldMkLst>
          <pc:docMk/>
          <pc:sldMk cId="0" sldId="292"/>
        </pc:sldMkLst>
        <pc:spChg chg="del mod">
          <ac:chgData name="Niraj Dayama" userId="6a7dbfd3-000d-40bd-a806-9316cc01e6e0" providerId="ADAL" clId="{A947F97B-AAB1-4BAA-8BCD-5A0C42A1E752}" dt="2025-04-17T06:23:49.919" v="494" actId="1032"/>
          <ac:spMkLst>
            <pc:docMk/>
            <pc:sldMk cId="0" sldId="292"/>
            <ac:spMk id="3" creationId="{00000000-0000-0000-0000-000000000000}"/>
          </ac:spMkLst>
        </pc:spChg>
        <pc:graphicFrameChg chg="add mod modGraphic">
          <ac:chgData name="Niraj Dayama" userId="6a7dbfd3-000d-40bd-a806-9316cc01e6e0" providerId="ADAL" clId="{A947F97B-AAB1-4BAA-8BCD-5A0C42A1E752}" dt="2025-04-17T06:24:52.646" v="516" actId="14100"/>
          <ac:graphicFrameMkLst>
            <pc:docMk/>
            <pc:sldMk cId="0" sldId="292"/>
            <ac:graphicFrameMk id="4" creationId="{EE38FFCC-67A8-41C3-9354-0B0A4BFD366A}"/>
          </ac:graphicFrameMkLst>
        </pc:graphicFrameChg>
      </pc:sldChg>
      <pc:sldChg chg="add del">
        <pc:chgData name="Niraj Dayama" userId="6a7dbfd3-000d-40bd-a806-9316cc01e6e0" providerId="ADAL" clId="{A947F97B-AAB1-4BAA-8BCD-5A0C42A1E752}" dt="2025-04-17T04:51:16.571" v="217" actId="47"/>
        <pc:sldMkLst>
          <pc:docMk/>
          <pc:sldMk cId="1227015689" sldId="293"/>
        </pc:sldMkLst>
      </pc:sldChg>
      <pc:sldChg chg="addSp delSp modSp new mod">
        <pc:chgData name="Niraj Dayama" userId="6a7dbfd3-000d-40bd-a806-9316cc01e6e0" providerId="ADAL" clId="{A947F97B-AAB1-4BAA-8BCD-5A0C42A1E752}" dt="2025-04-17T04:53:03.406" v="245" actId="14100"/>
        <pc:sldMkLst>
          <pc:docMk/>
          <pc:sldMk cId="1513841569" sldId="293"/>
        </pc:sldMkLst>
        <pc:spChg chg="mod">
          <ac:chgData name="Niraj Dayama" userId="6a7dbfd3-000d-40bd-a806-9316cc01e6e0" providerId="ADAL" clId="{A947F97B-AAB1-4BAA-8BCD-5A0C42A1E752}" dt="2025-04-17T04:52:35.441" v="241" actId="20577"/>
          <ac:spMkLst>
            <pc:docMk/>
            <pc:sldMk cId="1513841569" sldId="293"/>
            <ac:spMk id="2" creationId="{59DB8998-AEB6-419F-9063-AA9436775026}"/>
          </ac:spMkLst>
        </pc:spChg>
        <pc:spChg chg="del">
          <ac:chgData name="Niraj Dayama" userId="6a7dbfd3-000d-40bd-a806-9316cc01e6e0" providerId="ADAL" clId="{A947F97B-AAB1-4BAA-8BCD-5A0C42A1E752}" dt="2025-04-17T04:52:56.545" v="242" actId="478"/>
          <ac:spMkLst>
            <pc:docMk/>
            <pc:sldMk cId="1513841569" sldId="293"/>
            <ac:spMk id="3" creationId="{2C876B46-4971-4F0B-BC6F-CF4B48B23EAA}"/>
          </ac:spMkLst>
        </pc:spChg>
        <pc:picChg chg="add mod">
          <ac:chgData name="Niraj Dayama" userId="6a7dbfd3-000d-40bd-a806-9316cc01e6e0" providerId="ADAL" clId="{A947F97B-AAB1-4BAA-8BCD-5A0C42A1E752}" dt="2025-04-17T04:53:03.406" v="245" actId="14100"/>
          <ac:picMkLst>
            <pc:docMk/>
            <pc:sldMk cId="1513841569" sldId="293"/>
            <ac:picMk id="4" creationId="{DCBAA579-5D9F-4DE3-9110-362CB7F3010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B9DDF3-6FC4-449F-9B90-FE1973352A41}" type="doc">
      <dgm:prSet loTypeId="urn:microsoft.com/office/officeart/2005/8/layout/targe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282F35C-3A68-4696-91DA-D3E0E18678BD}">
      <dgm:prSet custT="1"/>
      <dgm:spPr/>
      <dgm:t>
        <a:bodyPr/>
        <a:lstStyle/>
        <a:p>
          <a:pPr algn="l"/>
          <a:r>
            <a:rPr lang="en-IN" sz="3600" dirty="0"/>
            <a:t>Data Collection</a:t>
          </a:r>
        </a:p>
      </dgm:t>
    </dgm:pt>
    <dgm:pt modelId="{42CB4655-846C-46AE-B21F-CC31178FE0D8}" type="parTrans" cxnId="{576333D9-64D8-4D5E-AD6E-980DBCFB1B26}">
      <dgm:prSet/>
      <dgm:spPr/>
      <dgm:t>
        <a:bodyPr/>
        <a:lstStyle/>
        <a:p>
          <a:endParaRPr lang="en-US"/>
        </a:p>
      </dgm:t>
    </dgm:pt>
    <dgm:pt modelId="{FB3831B3-C78F-42F5-9418-44204529347B}" type="sibTrans" cxnId="{576333D9-64D8-4D5E-AD6E-980DBCFB1B26}">
      <dgm:prSet/>
      <dgm:spPr/>
      <dgm:t>
        <a:bodyPr/>
        <a:lstStyle/>
        <a:p>
          <a:endParaRPr lang="en-US"/>
        </a:p>
      </dgm:t>
    </dgm:pt>
    <dgm:pt modelId="{8901AFEF-AF93-4FFD-8992-BBC57296474B}">
      <dgm:prSet/>
      <dgm:spPr/>
      <dgm:t>
        <a:bodyPr/>
        <a:lstStyle/>
        <a:p>
          <a:r>
            <a:rPr lang="en-US" b="1" dirty="0"/>
            <a:t>Primary data</a:t>
          </a:r>
          <a:r>
            <a:rPr lang="en-US" dirty="0"/>
            <a:t>: Semi-structured interviews with industry experts.</a:t>
          </a:r>
        </a:p>
      </dgm:t>
    </dgm:pt>
    <dgm:pt modelId="{B48C8500-337A-48C2-913D-90C5468D897D}" type="parTrans" cxnId="{874FDBEF-0379-46BA-A799-82A94C879427}">
      <dgm:prSet/>
      <dgm:spPr/>
      <dgm:t>
        <a:bodyPr/>
        <a:lstStyle/>
        <a:p>
          <a:endParaRPr lang="en-US"/>
        </a:p>
      </dgm:t>
    </dgm:pt>
    <dgm:pt modelId="{ACF80ECD-7D1F-4A06-A111-54A85F77B098}" type="sibTrans" cxnId="{874FDBEF-0379-46BA-A799-82A94C879427}">
      <dgm:prSet/>
      <dgm:spPr/>
      <dgm:t>
        <a:bodyPr/>
        <a:lstStyle/>
        <a:p>
          <a:endParaRPr lang="en-US"/>
        </a:p>
      </dgm:t>
    </dgm:pt>
    <dgm:pt modelId="{22B0BE89-9399-429C-AB5F-072875672C02}">
      <dgm:prSet/>
      <dgm:spPr/>
      <dgm:t>
        <a:bodyPr/>
        <a:lstStyle/>
        <a:p>
          <a:r>
            <a:rPr lang="en-US" b="1" dirty="0"/>
            <a:t>Secondary data</a:t>
          </a:r>
          <a:r>
            <a:rPr lang="en-US" dirty="0"/>
            <a:t>: Review of academic literature, industry reports, market research.</a:t>
          </a:r>
        </a:p>
      </dgm:t>
    </dgm:pt>
    <dgm:pt modelId="{6AEEFFC8-3843-4C75-B720-D0713DC5FAF0}" type="parTrans" cxnId="{CE95B1E5-37D6-457C-ABB3-AE546E51A63B}">
      <dgm:prSet/>
      <dgm:spPr/>
      <dgm:t>
        <a:bodyPr/>
        <a:lstStyle/>
        <a:p>
          <a:endParaRPr lang="en-US"/>
        </a:p>
      </dgm:t>
    </dgm:pt>
    <dgm:pt modelId="{B5A391EE-7D20-4499-AE93-6B09A996E453}" type="sibTrans" cxnId="{CE95B1E5-37D6-457C-ABB3-AE546E51A63B}">
      <dgm:prSet/>
      <dgm:spPr/>
      <dgm:t>
        <a:bodyPr/>
        <a:lstStyle/>
        <a:p>
          <a:endParaRPr lang="en-US"/>
        </a:p>
      </dgm:t>
    </dgm:pt>
    <dgm:pt modelId="{CA111112-B5FA-4B9C-AE91-F53279F4BCA8}">
      <dgm:prSet custT="1"/>
      <dgm:spPr/>
      <dgm:t>
        <a:bodyPr/>
        <a:lstStyle/>
        <a:p>
          <a:pPr algn="l"/>
          <a:r>
            <a:rPr lang="en-IN" sz="3600" dirty="0"/>
            <a:t>Data Analysis</a:t>
          </a:r>
          <a:endParaRPr lang="en-IN" sz="4400" dirty="0"/>
        </a:p>
      </dgm:t>
    </dgm:pt>
    <dgm:pt modelId="{7E0C811C-E1D2-4AE7-B6AA-2C57FFF03674}" type="parTrans" cxnId="{0F994F62-2A49-481C-89E8-80B58B6CFDC0}">
      <dgm:prSet/>
      <dgm:spPr/>
      <dgm:t>
        <a:bodyPr/>
        <a:lstStyle/>
        <a:p>
          <a:endParaRPr lang="en-US"/>
        </a:p>
      </dgm:t>
    </dgm:pt>
    <dgm:pt modelId="{A6C00807-E6FC-49EE-9A71-F5D22DB308FE}" type="sibTrans" cxnId="{0F994F62-2A49-481C-89E8-80B58B6CFDC0}">
      <dgm:prSet/>
      <dgm:spPr/>
      <dgm:t>
        <a:bodyPr/>
        <a:lstStyle/>
        <a:p>
          <a:endParaRPr lang="en-US"/>
        </a:p>
      </dgm:t>
    </dgm:pt>
    <dgm:pt modelId="{CE2B5E02-2C9F-42F6-A6F4-EB47D789CC1A}">
      <dgm:prSet/>
      <dgm:spPr/>
      <dgm:t>
        <a:bodyPr/>
        <a:lstStyle/>
        <a:p>
          <a:r>
            <a:rPr lang="en-US" b="1" dirty="0"/>
            <a:t>Quantitative analysis</a:t>
          </a:r>
          <a:r>
            <a:rPr lang="en-US" dirty="0"/>
            <a:t> using statistical techniques and machine learning algorithms.</a:t>
          </a:r>
        </a:p>
      </dgm:t>
    </dgm:pt>
    <dgm:pt modelId="{659A9C88-1F00-487B-A795-D6102F4E17F1}" type="parTrans" cxnId="{4674B89A-E98B-4F22-ADDD-B3D26C857F17}">
      <dgm:prSet/>
      <dgm:spPr/>
      <dgm:t>
        <a:bodyPr/>
        <a:lstStyle/>
        <a:p>
          <a:endParaRPr lang="en-US"/>
        </a:p>
      </dgm:t>
    </dgm:pt>
    <dgm:pt modelId="{F5F344EB-3D68-425C-98FE-4BDA2890C2FD}" type="sibTrans" cxnId="{4674B89A-E98B-4F22-ADDD-B3D26C857F17}">
      <dgm:prSet/>
      <dgm:spPr/>
      <dgm:t>
        <a:bodyPr/>
        <a:lstStyle/>
        <a:p>
          <a:endParaRPr lang="en-US"/>
        </a:p>
      </dgm:t>
    </dgm:pt>
    <dgm:pt modelId="{5D8D3573-9D43-4394-9754-169947DF9870}">
      <dgm:prSet/>
      <dgm:spPr/>
      <dgm:t>
        <a:bodyPr/>
        <a:lstStyle/>
        <a:p>
          <a:r>
            <a:rPr lang="en-US" b="1" dirty="0"/>
            <a:t>Qualitative analysis</a:t>
          </a:r>
          <a:r>
            <a:rPr lang="en-US" dirty="0"/>
            <a:t> using thematic analysis.</a:t>
          </a:r>
        </a:p>
      </dgm:t>
    </dgm:pt>
    <dgm:pt modelId="{3FD39C72-22FE-4801-B8AA-F89F61FD105F}" type="parTrans" cxnId="{84EE23D1-A1B9-4DF1-BAA4-1C021D9C9C08}">
      <dgm:prSet/>
      <dgm:spPr/>
      <dgm:t>
        <a:bodyPr/>
        <a:lstStyle/>
        <a:p>
          <a:endParaRPr lang="en-US"/>
        </a:p>
      </dgm:t>
    </dgm:pt>
    <dgm:pt modelId="{9BC53010-CA4F-414F-9FF4-C57BDD346D1D}" type="sibTrans" cxnId="{84EE23D1-A1B9-4DF1-BAA4-1C021D9C9C08}">
      <dgm:prSet/>
      <dgm:spPr/>
      <dgm:t>
        <a:bodyPr/>
        <a:lstStyle/>
        <a:p>
          <a:endParaRPr lang="en-US"/>
        </a:p>
      </dgm:t>
    </dgm:pt>
    <dgm:pt modelId="{D541367D-2448-40F1-9769-E4D7AF91B3CC}" type="pres">
      <dgm:prSet presAssocID="{FFB9DDF3-6FC4-449F-9B90-FE1973352A41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38E899DD-A585-4299-A979-86B034520B86}" type="pres">
      <dgm:prSet presAssocID="{3282F35C-3A68-4696-91DA-D3E0E18678BD}" presName="circle1" presStyleLbl="node1" presStyleIdx="0" presStyleCnt="2"/>
      <dgm:spPr/>
    </dgm:pt>
    <dgm:pt modelId="{3BF7A027-1512-44AA-A707-516FFC53A2BE}" type="pres">
      <dgm:prSet presAssocID="{3282F35C-3A68-4696-91DA-D3E0E18678BD}" presName="space" presStyleCnt="0"/>
      <dgm:spPr/>
    </dgm:pt>
    <dgm:pt modelId="{BC6E1D76-A6A8-4D56-BF49-238C18284CCF}" type="pres">
      <dgm:prSet presAssocID="{3282F35C-3A68-4696-91DA-D3E0E18678BD}" presName="rect1" presStyleLbl="alignAcc1" presStyleIdx="0" presStyleCnt="2"/>
      <dgm:spPr/>
    </dgm:pt>
    <dgm:pt modelId="{6F79A84C-8EB6-4385-A165-39F6FBC4C7B7}" type="pres">
      <dgm:prSet presAssocID="{CA111112-B5FA-4B9C-AE91-F53279F4BCA8}" presName="vertSpace2" presStyleLbl="node1" presStyleIdx="0" presStyleCnt="2"/>
      <dgm:spPr/>
    </dgm:pt>
    <dgm:pt modelId="{EF634B4E-5F21-4D3C-85C0-BBCD89823D39}" type="pres">
      <dgm:prSet presAssocID="{CA111112-B5FA-4B9C-AE91-F53279F4BCA8}" presName="circle2" presStyleLbl="node1" presStyleIdx="1" presStyleCnt="2"/>
      <dgm:spPr/>
    </dgm:pt>
    <dgm:pt modelId="{7594B019-B635-419F-A3CE-D137E9D16217}" type="pres">
      <dgm:prSet presAssocID="{CA111112-B5FA-4B9C-AE91-F53279F4BCA8}" presName="rect2" presStyleLbl="alignAcc1" presStyleIdx="1" presStyleCnt="2"/>
      <dgm:spPr/>
    </dgm:pt>
    <dgm:pt modelId="{F0CA3696-45CD-4F61-925A-BB302D413DA7}" type="pres">
      <dgm:prSet presAssocID="{3282F35C-3A68-4696-91DA-D3E0E18678BD}" presName="rect1ParTx" presStyleLbl="alignAcc1" presStyleIdx="1" presStyleCnt="2">
        <dgm:presLayoutVars>
          <dgm:chMax val="1"/>
          <dgm:bulletEnabled val="1"/>
        </dgm:presLayoutVars>
      </dgm:prSet>
      <dgm:spPr/>
    </dgm:pt>
    <dgm:pt modelId="{AE09D4E1-6F9C-4761-BEFF-B225999A66D6}" type="pres">
      <dgm:prSet presAssocID="{3282F35C-3A68-4696-91DA-D3E0E18678BD}" presName="rect1ChTx" presStyleLbl="alignAcc1" presStyleIdx="1" presStyleCnt="2" custScaleX="133227" custLinFactNeighborX="-21905">
        <dgm:presLayoutVars>
          <dgm:bulletEnabled val="1"/>
        </dgm:presLayoutVars>
      </dgm:prSet>
      <dgm:spPr/>
    </dgm:pt>
    <dgm:pt modelId="{49F4E347-F95A-4E54-919C-69846F5F28A3}" type="pres">
      <dgm:prSet presAssocID="{CA111112-B5FA-4B9C-AE91-F53279F4BCA8}" presName="rect2ParTx" presStyleLbl="alignAcc1" presStyleIdx="1" presStyleCnt="2">
        <dgm:presLayoutVars>
          <dgm:chMax val="1"/>
          <dgm:bulletEnabled val="1"/>
        </dgm:presLayoutVars>
      </dgm:prSet>
      <dgm:spPr/>
    </dgm:pt>
    <dgm:pt modelId="{B656B911-1642-4248-86A0-ED018130A1A7}" type="pres">
      <dgm:prSet presAssocID="{CA111112-B5FA-4B9C-AE91-F53279F4BCA8}" presName="rect2ChTx" presStyleLbl="alignAcc1" presStyleIdx="1" presStyleCnt="2" custScaleX="133227" custLinFactNeighborX="-21905" custLinFactNeighborY="-2073">
        <dgm:presLayoutVars>
          <dgm:bulletEnabled val="1"/>
        </dgm:presLayoutVars>
      </dgm:prSet>
      <dgm:spPr/>
    </dgm:pt>
  </dgm:ptLst>
  <dgm:cxnLst>
    <dgm:cxn modelId="{0F994F62-2A49-481C-89E8-80B58B6CFDC0}" srcId="{FFB9DDF3-6FC4-449F-9B90-FE1973352A41}" destId="{CA111112-B5FA-4B9C-AE91-F53279F4BCA8}" srcOrd="1" destOrd="0" parTransId="{7E0C811C-E1D2-4AE7-B6AA-2C57FFF03674}" sibTransId="{A6C00807-E6FC-49EE-9A71-F5D22DB308FE}"/>
    <dgm:cxn modelId="{D9518D71-0F16-4764-9C5C-AC5E3D10C750}" type="presOf" srcId="{FFB9DDF3-6FC4-449F-9B90-FE1973352A41}" destId="{D541367D-2448-40F1-9769-E4D7AF91B3CC}" srcOrd="0" destOrd="0" presId="urn:microsoft.com/office/officeart/2005/8/layout/target3"/>
    <dgm:cxn modelId="{2289A479-EBA7-476C-82B2-47D2A54EF895}" type="presOf" srcId="{CA111112-B5FA-4B9C-AE91-F53279F4BCA8}" destId="{49F4E347-F95A-4E54-919C-69846F5F28A3}" srcOrd="1" destOrd="0" presId="urn:microsoft.com/office/officeart/2005/8/layout/target3"/>
    <dgm:cxn modelId="{C3261A85-6F1E-4883-B16D-4B858FED5DA8}" type="presOf" srcId="{8901AFEF-AF93-4FFD-8992-BBC57296474B}" destId="{AE09D4E1-6F9C-4761-BEFF-B225999A66D6}" srcOrd="0" destOrd="0" presId="urn:microsoft.com/office/officeart/2005/8/layout/target3"/>
    <dgm:cxn modelId="{95EAEB92-DA76-443F-845A-25E66A60CB89}" type="presOf" srcId="{5D8D3573-9D43-4394-9754-169947DF9870}" destId="{B656B911-1642-4248-86A0-ED018130A1A7}" srcOrd="0" destOrd="1" presId="urn:microsoft.com/office/officeart/2005/8/layout/target3"/>
    <dgm:cxn modelId="{4674B89A-E98B-4F22-ADDD-B3D26C857F17}" srcId="{CA111112-B5FA-4B9C-AE91-F53279F4BCA8}" destId="{CE2B5E02-2C9F-42F6-A6F4-EB47D789CC1A}" srcOrd="0" destOrd="0" parTransId="{659A9C88-1F00-487B-A795-D6102F4E17F1}" sibTransId="{F5F344EB-3D68-425C-98FE-4BDA2890C2FD}"/>
    <dgm:cxn modelId="{8CFAF9A2-E01A-496C-AD9F-6F9E3C49CEA6}" type="presOf" srcId="{22B0BE89-9399-429C-AB5F-072875672C02}" destId="{AE09D4E1-6F9C-4761-BEFF-B225999A66D6}" srcOrd="0" destOrd="1" presId="urn:microsoft.com/office/officeart/2005/8/layout/target3"/>
    <dgm:cxn modelId="{45410BC8-1B95-417D-820A-BBCE75587936}" type="presOf" srcId="{3282F35C-3A68-4696-91DA-D3E0E18678BD}" destId="{BC6E1D76-A6A8-4D56-BF49-238C18284CCF}" srcOrd="0" destOrd="0" presId="urn:microsoft.com/office/officeart/2005/8/layout/target3"/>
    <dgm:cxn modelId="{84EE23D1-A1B9-4DF1-BAA4-1C021D9C9C08}" srcId="{CA111112-B5FA-4B9C-AE91-F53279F4BCA8}" destId="{5D8D3573-9D43-4394-9754-169947DF9870}" srcOrd="1" destOrd="0" parTransId="{3FD39C72-22FE-4801-B8AA-F89F61FD105F}" sibTransId="{9BC53010-CA4F-414F-9FF4-C57BDD346D1D}"/>
    <dgm:cxn modelId="{563C32D1-EE40-4AD7-8A6F-1A13200C0474}" type="presOf" srcId="{3282F35C-3A68-4696-91DA-D3E0E18678BD}" destId="{F0CA3696-45CD-4F61-925A-BB302D413DA7}" srcOrd="1" destOrd="0" presId="urn:microsoft.com/office/officeart/2005/8/layout/target3"/>
    <dgm:cxn modelId="{576333D9-64D8-4D5E-AD6E-980DBCFB1B26}" srcId="{FFB9DDF3-6FC4-449F-9B90-FE1973352A41}" destId="{3282F35C-3A68-4696-91DA-D3E0E18678BD}" srcOrd="0" destOrd="0" parTransId="{42CB4655-846C-46AE-B21F-CC31178FE0D8}" sibTransId="{FB3831B3-C78F-42F5-9418-44204529347B}"/>
    <dgm:cxn modelId="{7427F2E0-6079-449B-9242-34F9CF85FFE3}" type="presOf" srcId="{CE2B5E02-2C9F-42F6-A6F4-EB47D789CC1A}" destId="{B656B911-1642-4248-86A0-ED018130A1A7}" srcOrd="0" destOrd="0" presId="urn:microsoft.com/office/officeart/2005/8/layout/target3"/>
    <dgm:cxn modelId="{CE95B1E5-37D6-457C-ABB3-AE546E51A63B}" srcId="{3282F35C-3A68-4696-91DA-D3E0E18678BD}" destId="{22B0BE89-9399-429C-AB5F-072875672C02}" srcOrd="1" destOrd="0" parTransId="{6AEEFFC8-3843-4C75-B720-D0713DC5FAF0}" sibTransId="{B5A391EE-7D20-4499-AE93-6B09A996E453}"/>
    <dgm:cxn modelId="{874FDBEF-0379-46BA-A799-82A94C879427}" srcId="{3282F35C-3A68-4696-91DA-D3E0E18678BD}" destId="{8901AFEF-AF93-4FFD-8992-BBC57296474B}" srcOrd="0" destOrd="0" parTransId="{B48C8500-337A-48C2-913D-90C5468D897D}" sibTransId="{ACF80ECD-7D1F-4A06-A111-54A85F77B098}"/>
    <dgm:cxn modelId="{5670FAF3-A363-4199-8EC8-8EFE212D13BE}" type="presOf" srcId="{CA111112-B5FA-4B9C-AE91-F53279F4BCA8}" destId="{7594B019-B635-419F-A3CE-D137E9D16217}" srcOrd="0" destOrd="0" presId="urn:microsoft.com/office/officeart/2005/8/layout/target3"/>
    <dgm:cxn modelId="{F1C76350-90BC-4A3D-BBE6-815AB27E5D42}" type="presParOf" srcId="{D541367D-2448-40F1-9769-E4D7AF91B3CC}" destId="{38E899DD-A585-4299-A979-86B034520B86}" srcOrd="0" destOrd="0" presId="urn:microsoft.com/office/officeart/2005/8/layout/target3"/>
    <dgm:cxn modelId="{FD12F11E-24C1-4FE5-9429-983267126B52}" type="presParOf" srcId="{D541367D-2448-40F1-9769-E4D7AF91B3CC}" destId="{3BF7A027-1512-44AA-A707-516FFC53A2BE}" srcOrd="1" destOrd="0" presId="urn:microsoft.com/office/officeart/2005/8/layout/target3"/>
    <dgm:cxn modelId="{5B9434B6-485F-46A4-ABF3-4E620FB58D9F}" type="presParOf" srcId="{D541367D-2448-40F1-9769-E4D7AF91B3CC}" destId="{BC6E1D76-A6A8-4D56-BF49-238C18284CCF}" srcOrd="2" destOrd="0" presId="urn:microsoft.com/office/officeart/2005/8/layout/target3"/>
    <dgm:cxn modelId="{277449FD-E379-4CB0-AD4C-EA87CBE0F1EF}" type="presParOf" srcId="{D541367D-2448-40F1-9769-E4D7AF91B3CC}" destId="{6F79A84C-8EB6-4385-A165-39F6FBC4C7B7}" srcOrd="3" destOrd="0" presId="urn:microsoft.com/office/officeart/2005/8/layout/target3"/>
    <dgm:cxn modelId="{5B39C403-476A-4578-931C-D7AFF6D0BB27}" type="presParOf" srcId="{D541367D-2448-40F1-9769-E4D7AF91B3CC}" destId="{EF634B4E-5F21-4D3C-85C0-BBCD89823D39}" srcOrd="4" destOrd="0" presId="urn:microsoft.com/office/officeart/2005/8/layout/target3"/>
    <dgm:cxn modelId="{1BBA9D9D-9857-4E5C-A561-2201371DEDFF}" type="presParOf" srcId="{D541367D-2448-40F1-9769-E4D7AF91B3CC}" destId="{7594B019-B635-419F-A3CE-D137E9D16217}" srcOrd="5" destOrd="0" presId="urn:microsoft.com/office/officeart/2005/8/layout/target3"/>
    <dgm:cxn modelId="{BCD205F4-6240-4E84-A29B-DB6E6ACEF662}" type="presParOf" srcId="{D541367D-2448-40F1-9769-E4D7AF91B3CC}" destId="{F0CA3696-45CD-4F61-925A-BB302D413DA7}" srcOrd="6" destOrd="0" presId="urn:microsoft.com/office/officeart/2005/8/layout/target3"/>
    <dgm:cxn modelId="{46DD458B-9DE1-4DAB-ADB8-9C95B12E1B4E}" type="presParOf" srcId="{D541367D-2448-40F1-9769-E4D7AF91B3CC}" destId="{AE09D4E1-6F9C-4761-BEFF-B225999A66D6}" srcOrd="7" destOrd="0" presId="urn:microsoft.com/office/officeart/2005/8/layout/target3"/>
    <dgm:cxn modelId="{E6A330EA-4B4D-4529-9209-78823AB10B43}" type="presParOf" srcId="{D541367D-2448-40F1-9769-E4D7AF91B3CC}" destId="{49F4E347-F95A-4E54-919C-69846F5F28A3}" srcOrd="8" destOrd="0" presId="urn:microsoft.com/office/officeart/2005/8/layout/target3"/>
    <dgm:cxn modelId="{950AB692-719B-4FE4-BD2B-1A3664477ACE}" type="presParOf" srcId="{D541367D-2448-40F1-9769-E4D7AF91B3CC}" destId="{B656B911-1642-4248-86A0-ED018130A1A7}" srcOrd="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CAC688-A6BC-4764-93FC-96D3D5DD8E4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B80F8B-871B-474F-93E5-33113EF4D77A}">
      <dgm:prSet/>
      <dgm:spPr/>
      <dgm:t>
        <a:bodyPr/>
        <a:lstStyle/>
        <a:p>
          <a:r>
            <a: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Concrete Outcomes</a:t>
          </a:r>
        </a:p>
      </dgm:t>
    </dgm:pt>
    <dgm:pt modelId="{7E7A9A03-864C-40A6-8DE3-C936130AFC91}" type="parTrans" cxnId="{68199FCE-7B82-4A7E-AA62-A7427CAB38E0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22AF93E-060C-4472-89A6-4104DD52FA0F}" type="sibTrans" cxnId="{68199FCE-7B82-4A7E-AA62-A7427CAB38E0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CFEA19E-00B8-4469-93B6-CE0D12799B38}">
      <dgm:prSet/>
      <dgm:spPr/>
      <dgm:t>
        <a:bodyPr/>
        <a:lstStyle/>
        <a:p>
          <a:r>
            <a: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Academic publications.</a:t>
          </a:r>
        </a:p>
      </dgm:t>
    </dgm:pt>
    <dgm:pt modelId="{43CEFEC7-724E-44DB-BF49-FB70C37202D6}" type="parTrans" cxnId="{888C6791-3BA1-473B-9AAF-F1B3A1425B55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8DA7D30-0D50-4E7E-9AC9-10C22C5AF1EF}" type="sibTrans" cxnId="{888C6791-3BA1-473B-9AAF-F1B3A1425B55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A501D64-EB34-4E94-9612-48F6CACFEB8B}">
      <dgm:prSet/>
      <dgm:spPr/>
      <dgm:t>
        <a:bodyPr/>
        <a:lstStyle/>
        <a:p>
          <a:r>
            <a: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Industry report with actionable insights.</a:t>
          </a:r>
        </a:p>
      </dgm:t>
    </dgm:pt>
    <dgm:pt modelId="{A7C43C1C-8503-40DA-AD08-C8D626D93697}" type="parTrans" cxnId="{CFAF2F60-663B-4566-8F80-106D338090D3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9E4C57D-7C89-4268-80B3-4D7F47862BBB}" type="sibTrans" cxnId="{CFAF2F60-663B-4566-8F80-106D338090D3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B57CF0A-E064-4166-8822-AE8A3E21C0F5}">
      <dgm:prSet/>
      <dgm:spPr/>
      <dgm:t>
        <a:bodyPr/>
        <a:lstStyle/>
        <a:p>
          <a:r>
            <a: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Practical framework for business schools.</a:t>
          </a:r>
        </a:p>
      </dgm:t>
    </dgm:pt>
    <dgm:pt modelId="{8B32F9D9-E156-4127-AB97-534DF6B3A384}" type="parTrans" cxnId="{6D4F2CFD-2873-4881-8AEB-91D7B585295F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168166D-467D-432F-84DC-DD98E96BC1E1}" type="sibTrans" cxnId="{6D4F2CFD-2873-4881-8AEB-91D7B585295F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23D4E24-71CF-4B2C-A0ED-7D82AB6B15E6}">
      <dgm:prSet/>
      <dgm:spPr/>
      <dgm:t>
        <a:bodyPr/>
        <a:lstStyle/>
        <a:p>
          <a:r>
            <a: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Case study compendium.</a:t>
          </a:r>
        </a:p>
      </dgm:t>
    </dgm:pt>
    <dgm:pt modelId="{FF7E8160-6098-4C4C-AE1D-FB5194AAA703}" type="parTrans" cxnId="{981DF212-5B7B-4132-9739-D899738F2E5F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94E2160-5664-46C4-8EDB-0E3FF2241FE8}" type="sibTrans" cxnId="{981DF212-5B7B-4132-9739-D899738F2E5F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A635A04-D949-42EF-991B-95D45353B2C8}">
      <dgm:prSet/>
      <dgm:spPr/>
      <dgm:t>
        <a:bodyPr/>
        <a:lstStyle/>
        <a:p>
          <a:r>
            <a: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Conference presentations.</a:t>
          </a:r>
        </a:p>
      </dgm:t>
    </dgm:pt>
    <dgm:pt modelId="{40A77BC3-8198-4E97-8B03-16BD38AC6AA4}" type="parTrans" cxnId="{CD967768-AA80-4FDB-8424-96EFD2518F51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6B8A84E-EC1B-46CC-ACB3-394826A1FBAE}" type="sibTrans" cxnId="{CD967768-AA80-4FDB-8424-96EFD2518F51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EFBB4B5-E761-4AD3-9994-EC3AAEBC8811}">
      <dgm:prSet/>
      <dgm:spPr/>
      <dgm:t>
        <a:bodyPr/>
        <a:lstStyle/>
        <a:p>
          <a:r>
            <a: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Impact</a:t>
          </a:r>
        </a:p>
      </dgm:t>
    </dgm:pt>
    <dgm:pt modelId="{61B4A732-2F15-410D-BAB6-610FC7607EA1}" type="parTrans" cxnId="{457104A3-2868-45FE-8C10-F812005B3DAD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2CF4E01-6980-44B5-AB57-BF25AF2F7BA0}" type="sibTrans" cxnId="{457104A3-2868-45FE-8C10-F812005B3DAD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4FAE28F-6793-4462-A56D-B8F5CAD514FB}">
      <dgm:prSet/>
      <dgm:spPr/>
      <dgm:t>
        <a:bodyPr/>
        <a:lstStyle/>
        <a:p>
          <a:r>
            <a: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Advancement of business education.</a:t>
          </a:r>
        </a:p>
      </dgm:t>
    </dgm:pt>
    <dgm:pt modelId="{FA7341AD-C601-46BB-A6CF-A21E11C93134}" type="parTrans" cxnId="{7CA7FCB0-266A-4EBA-82E1-0398CB25BB98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C6CF34A-0D10-487B-A01D-5082B1F7292F}" type="sibTrans" cxnId="{7CA7FCB0-266A-4EBA-82E1-0398CB25BB98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35C07CE-516C-4D76-80BE-A74B6B83324B}">
      <dgm:prSet/>
      <dgm:spPr/>
      <dgm:t>
        <a:bodyPr/>
        <a:lstStyle/>
        <a:p>
          <a:r>
            <a: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Support for practical skills development.</a:t>
          </a:r>
        </a:p>
      </dgm:t>
    </dgm:pt>
    <dgm:pt modelId="{04A456AF-1DCF-4428-9542-55DA3303335E}" type="parTrans" cxnId="{ACC74475-5FE3-4193-B6B8-582D2FEA28C6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C84AF6D-8CE1-44B2-B4CC-20F4CA4B6DB8}" type="sibTrans" cxnId="{ACC74475-5FE3-4193-B6B8-582D2FEA28C6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3103939-B7A0-47FC-84ED-0D88D0ECFD01}">
      <dgm:prSet/>
      <dgm:spPr/>
      <dgm:t>
        <a:bodyPr/>
        <a:lstStyle/>
        <a:p>
          <a:r>
            <a: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Promotion of ethical and responsible innovation.</a:t>
          </a:r>
        </a:p>
      </dgm:t>
    </dgm:pt>
    <dgm:pt modelId="{29FFD20A-9175-4523-9E19-3EC2D98F040F}" type="parTrans" cxnId="{5C565F93-05F7-458D-A070-AB731CA0066D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8B06DCF-D677-4B78-B781-BB017F225C3B}" type="sibTrans" cxnId="{5C565F93-05F7-458D-A070-AB731CA0066D}">
      <dgm:prSet/>
      <dgm:spPr/>
      <dgm:t>
        <a:bodyPr/>
        <a:lstStyle/>
        <a:p>
          <a:endParaRPr lang="en-US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C124DBE-8AF7-4E27-8E55-ECB6F8F08487}" type="pres">
      <dgm:prSet presAssocID="{3BCAC688-A6BC-4764-93FC-96D3D5DD8E48}" presName="Name0" presStyleCnt="0">
        <dgm:presLayoutVars>
          <dgm:dir/>
          <dgm:animLvl val="lvl"/>
          <dgm:resizeHandles val="exact"/>
        </dgm:presLayoutVars>
      </dgm:prSet>
      <dgm:spPr/>
    </dgm:pt>
    <dgm:pt modelId="{92411A47-7102-43FE-BDD0-1841C51B99A2}" type="pres">
      <dgm:prSet presAssocID="{BBB80F8B-871B-474F-93E5-33113EF4D77A}" presName="composite" presStyleCnt="0"/>
      <dgm:spPr/>
    </dgm:pt>
    <dgm:pt modelId="{BEEEF3E7-A366-4D55-9CCB-EE919D8F3883}" type="pres">
      <dgm:prSet presAssocID="{BBB80F8B-871B-474F-93E5-33113EF4D77A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CC0A28D9-FF22-4D19-A59C-DBE1050C6CA7}" type="pres">
      <dgm:prSet presAssocID="{BBB80F8B-871B-474F-93E5-33113EF4D77A}" presName="desTx" presStyleLbl="alignAccFollowNode1" presStyleIdx="0" presStyleCnt="2">
        <dgm:presLayoutVars>
          <dgm:bulletEnabled val="1"/>
        </dgm:presLayoutVars>
      </dgm:prSet>
      <dgm:spPr/>
    </dgm:pt>
    <dgm:pt modelId="{680D2F52-13CF-4E60-AA1A-53F8A03644D0}" type="pres">
      <dgm:prSet presAssocID="{522AF93E-060C-4472-89A6-4104DD52FA0F}" presName="space" presStyleCnt="0"/>
      <dgm:spPr/>
    </dgm:pt>
    <dgm:pt modelId="{9B13A7B4-A674-4D7B-A6D3-BCA34815B083}" type="pres">
      <dgm:prSet presAssocID="{FEFBB4B5-E761-4AD3-9994-EC3AAEBC8811}" presName="composite" presStyleCnt="0"/>
      <dgm:spPr/>
    </dgm:pt>
    <dgm:pt modelId="{A0D1CDC3-5687-497C-B0FB-90A49B9E5BF0}" type="pres">
      <dgm:prSet presAssocID="{FEFBB4B5-E761-4AD3-9994-EC3AAEBC8811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B375AED-747C-4743-BE26-A23F660D1B6A}" type="pres">
      <dgm:prSet presAssocID="{FEFBB4B5-E761-4AD3-9994-EC3AAEBC8811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27F26D0A-586D-4E31-9E7E-7A11E5CB5EC9}" type="presOf" srcId="{3BCAC688-A6BC-4764-93FC-96D3D5DD8E48}" destId="{BC124DBE-8AF7-4E27-8E55-ECB6F8F08487}" srcOrd="0" destOrd="0" presId="urn:microsoft.com/office/officeart/2005/8/layout/hList1"/>
    <dgm:cxn modelId="{CE10940D-B290-4016-909F-1E20723CE9CF}" type="presOf" srcId="{7B57CF0A-E064-4166-8822-AE8A3E21C0F5}" destId="{CC0A28D9-FF22-4D19-A59C-DBE1050C6CA7}" srcOrd="0" destOrd="2" presId="urn:microsoft.com/office/officeart/2005/8/layout/hList1"/>
    <dgm:cxn modelId="{38EBA40E-6860-4C47-818E-31DD01BF466A}" type="presOf" srcId="{A23D4E24-71CF-4B2C-A0ED-7D82AB6B15E6}" destId="{CC0A28D9-FF22-4D19-A59C-DBE1050C6CA7}" srcOrd="0" destOrd="3" presId="urn:microsoft.com/office/officeart/2005/8/layout/hList1"/>
    <dgm:cxn modelId="{981DF212-5B7B-4132-9739-D899738F2E5F}" srcId="{BBB80F8B-871B-474F-93E5-33113EF4D77A}" destId="{A23D4E24-71CF-4B2C-A0ED-7D82AB6B15E6}" srcOrd="3" destOrd="0" parTransId="{FF7E8160-6098-4C4C-AE1D-FB5194AAA703}" sibTransId="{994E2160-5664-46C4-8EDB-0E3FF2241FE8}"/>
    <dgm:cxn modelId="{F8235215-E656-4576-BA71-E693F66B0C17}" type="presOf" srcId="{3CFEA19E-00B8-4469-93B6-CE0D12799B38}" destId="{CC0A28D9-FF22-4D19-A59C-DBE1050C6CA7}" srcOrd="0" destOrd="0" presId="urn:microsoft.com/office/officeart/2005/8/layout/hList1"/>
    <dgm:cxn modelId="{47D88E2C-3963-4E05-BABA-8A3A54BBE099}" type="presOf" srcId="{FEFBB4B5-E761-4AD3-9994-EC3AAEBC8811}" destId="{A0D1CDC3-5687-497C-B0FB-90A49B9E5BF0}" srcOrd="0" destOrd="0" presId="urn:microsoft.com/office/officeart/2005/8/layout/hList1"/>
    <dgm:cxn modelId="{CFAF2F60-663B-4566-8F80-106D338090D3}" srcId="{BBB80F8B-871B-474F-93E5-33113EF4D77A}" destId="{EA501D64-EB34-4E94-9612-48F6CACFEB8B}" srcOrd="1" destOrd="0" parTransId="{A7C43C1C-8503-40DA-AD08-C8D626D93697}" sibTransId="{09E4C57D-7C89-4268-80B3-4D7F47862BBB}"/>
    <dgm:cxn modelId="{CD967768-AA80-4FDB-8424-96EFD2518F51}" srcId="{BBB80F8B-871B-474F-93E5-33113EF4D77A}" destId="{7A635A04-D949-42EF-991B-95D45353B2C8}" srcOrd="4" destOrd="0" parTransId="{40A77BC3-8198-4E97-8B03-16BD38AC6AA4}" sibTransId="{66B8A84E-EC1B-46CC-ACB3-394826A1FBAE}"/>
    <dgm:cxn modelId="{5E55C86E-35BE-4AAB-903C-6CA19CEF77D7}" type="presOf" srcId="{43103939-B7A0-47FC-84ED-0D88D0ECFD01}" destId="{AB375AED-747C-4743-BE26-A23F660D1B6A}" srcOrd="0" destOrd="2" presId="urn:microsoft.com/office/officeart/2005/8/layout/hList1"/>
    <dgm:cxn modelId="{ACC74475-5FE3-4193-B6B8-582D2FEA28C6}" srcId="{FEFBB4B5-E761-4AD3-9994-EC3AAEBC8811}" destId="{635C07CE-516C-4D76-80BE-A74B6B83324B}" srcOrd="1" destOrd="0" parTransId="{04A456AF-1DCF-4428-9542-55DA3303335E}" sibTransId="{0C84AF6D-8CE1-44B2-B4CC-20F4CA4B6DB8}"/>
    <dgm:cxn modelId="{888C6791-3BA1-473B-9AAF-F1B3A1425B55}" srcId="{BBB80F8B-871B-474F-93E5-33113EF4D77A}" destId="{3CFEA19E-00B8-4469-93B6-CE0D12799B38}" srcOrd="0" destOrd="0" parTransId="{43CEFEC7-724E-44DB-BF49-FB70C37202D6}" sibTransId="{C8DA7D30-0D50-4E7E-9AC9-10C22C5AF1EF}"/>
    <dgm:cxn modelId="{5C565F93-05F7-458D-A070-AB731CA0066D}" srcId="{FEFBB4B5-E761-4AD3-9994-EC3AAEBC8811}" destId="{43103939-B7A0-47FC-84ED-0D88D0ECFD01}" srcOrd="2" destOrd="0" parTransId="{29FFD20A-9175-4523-9E19-3EC2D98F040F}" sibTransId="{28B06DCF-D677-4B78-B781-BB017F225C3B}"/>
    <dgm:cxn modelId="{457104A3-2868-45FE-8C10-F812005B3DAD}" srcId="{3BCAC688-A6BC-4764-93FC-96D3D5DD8E48}" destId="{FEFBB4B5-E761-4AD3-9994-EC3AAEBC8811}" srcOrd="1" destOrd="0" parTransId="{61B4A732-2F15-410D-BAB6-610FC7607EA1}" sibTransId="{52CF4E01-6980-44B5-AB57-BF25AF2F7BA0}"/>
    <dgm:cxn modelId="{7CA7FCB0-266A-4EBA-82E1-0398CB25BB98}" srcId="{FEFBB4B5-E761-4AD3-9994-EC3AAEBC8811}" destId="{64FAE28F-6793-4462-A56D-B8F5CAD514FB}" srcOrd="0" destOrd="0" parTransId="{FA7341AD-C601-46BB-A6CF-A21E11C93134}" sibTransId="{3C6CF34A-0D10-487B-A01D-5082B1F7292F}"/>
    <dgm:cxn modelId="{91C517CA-CCCB-46C2-A75D-8B2CCC5E008B}" type="presOf" srcId="{7A635A04-D949-42EF-991B-95D45353B2C8}" destId="{CC0A28D9-FF22-4D19-A59C-DBE1050C6CA7}" srcOrd="0" destOrd="4" presId="urn:microsoft.com/office/officeart/2005/8/layout/hList1"/>
    <dgm:cxn modelId="{7BE952CD-48C7-4172-BCA0-6CAEDD29342E}" type="presOf" srcId="{64FAE28F-6793-4462-A56D-B8F5CAD514FB}" destId="{AB375AED-747C-4743-BE26-A23F660D1B6A}" srcOrd="0" destOrd="0" presId="urn:microsoft.com/office/officeart/2005/8/layout/hList1"/>
    <dgm:cxn modelId="{68199FCE-7B82-4A7E-AA62-A7427CAB38E0}" srcId="{3BCAC688-A6BC-4764-93FC-96D3D5DD8E48}" destId="{BBB80F8B-871B-474F-93E5-33113EF4D77A}" srcOrd="0" destOrd="0" parTransId="{7E7A9A03-864C-40A6-8DE3-C936130AFC91}" sibTransId="{522AF93E-060C-4472-89A6-4104DD52FA0F}"/>
    <dgm:cxn modelId="{D258DBE3-B120-47A0-A947-8601D313BE79}" type="presOf" srcId="{635C07CE-516C-4D76-80BE-A74B6B83324B}" destId="{AB375AED-747C-4743-BE26-A23F660D1B6A}" srcOrd="0" destOrd="1" presId="urn:microsoft.com/office/officeart/2005/8/layout/hList1"/>
    <dgm:cxn modelId="{88BE74F0-654D-478C-9A52-597BD4342913}" type="presOf" srcId="{EA501D64-EB34-4E94-9612-48F6CACFEB8B}" destId="{CC0A28D9-FF22-4D19-A59C-DBE1050C6CA7}" srcOrd="0" destOrd="1" presId="urn:microsoft.com/office/officeart/2005/8/layout/hList1"/>
    <dgm:cxn modelId="{00944EFC-6B24-4E94-881C-F428998341ED}" type="presOf" srcId="{BBB80F8B-871B-474F-93E5-33113EF4D77A}" destId="{BEEEF3E7-A366-4D55-9CCB-EE919D8F3883}" srcOrd="0" destOrd="0" presId="urn:microsoft.com/office/officeart/2005/8/layout/hList1"/>
    <dgm:cxn modelId="{6D4F2CFD-2873-4881-8AEB-91D7B585295F}" srcId="{BBB80F8B-871B-474F-93E5-33113EF4D77A}" destId="{7B57CF0A-E064-4166-8822-AE8A3E21C0F5}" srcOrd="2" destOrd="0" parTransId="{8B32F9D9-E156-4127-AB97-534DF6B3A384}" sibTransId="{3168166D-467D-432F-84DC-DD98E96BC1E1}"/>
    <dgm:cxn modelId="{148294C9-4021-4FA3-94E3-B1BD8E5EC700}" type="presParOf" srcId="{BC124DBE-8AF7-4E27-8E55-ECB6F8F08487}" destId="{92411A47-7102-43FE-BDD0-1841C51B99A2}" srcOrd="0" destOrd="0" presId="urn:microsoft.com/office/officeart/2005/8/layout/hList1"/>
    <dgm:cxn modelId="{0A1ECC06-8146-467E-AED6-A5437FA9B20D}" type="presParOf" srcId="{92411A47-7102-43FE-BDD0-1841C51B99A2}" destId="{BEEEF3E7-A366-4D55-9CCB-EE919D8F3883}" srcOrd="0" destOrd="0" presId="urn:microsoft.com/office/officeart/2005/8/layout/hList1"/>
    <dgm:cxn modelId="{4A6564A4-CF8B-4BE6-996E-B4919FF5B982}" type="presParOf" srcId="{92411A47-7102-43FE-BDD0-1841C51B99A2}" destId="{CC0A28D9-FF22-4D19-A59C-DBE1050C6CA7}" srcOrd="1" destOrd="0" presId="urn:microsoft.com/office/officeart/2005/8/layout/hList1"/>
    <dgm:cxn modelId="{6EA03CCE-F2AF-41ED-B06C-71819EA233F5}" type="presParOf" srcId="{BC124DBE-8AF7-4E27-8E55-ECB6F8F08487}" destId="{680D2F52-13CF-4E60-AA1A-53F8A03644D0}" srcOrd="1" destOrd="0" presId="urn:microsoft.com/office/officeart/2005/8/layout/hList1"/>
    <dgm:cxn modelId="{EA3E846A-9A0F-468E-923B-F97CBD2B4A31}" type="presParOf" srcId="{BC124DBE-8AF7-4E27-8E55-ECB6F8F08487}" destId="{9B13A7B4-A674-4D7B-A6D3-BCA34815B083}" srcOrd="2" destOrd="0" presId="urn:microsoft.com/office/officeart/2005/8/layout/hList1"/>
    <dgm:cxn modelId="{EA9BF2DF-E43A-4D03-96AC-C7CFCFD28970}" type="presParOf" srcId="{9B13A7B4-A674-4D7B-A6D3-BCA34815B083}" destId="{A0D1CDC3-5687-497C-B0FB-90A49B9E5BF0}" srcOrd="0" destOrd="0" presId="urn:microsoft.com/office/officeart/2005/8/layout/hList1"/>
    <dgm:cxn modelId="{6AC4FB0B-0C14-4E1F-801F-8187E8E83A9D}" type="presParOf" srcId="{9B13A7B4-A674-4D7B-A6D3-BCA34815B083}" destId="{AB375AED-747C-4743-BE26-A23F660D1B6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E899DD-A585-4299-A979-86B034520B86}">
      <dsp:nvSpPr>
        <dsp:cNvPr id="0" name=""/>
        <dsp:cNvSpPr/>
      </dsp:nvSpPr>
      <dsp:spPr>
        <a:xfrm>
          <a:off x="-416003" y="0"/>
          <a:ext cx="3276600" cy="327660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6E1D76-A6A8-4D56-BF49-238C18284CCF}">
      <dsp:nvSpPr>
        <dsp:cNvPr id="0" name=""/>
        <dsp:cNvSpPr/>
      </dsp:nvSpPr>
      <dsp:spPr>
        <a:xfrm>
          <a:off x="1222296" y="0"/>
          <a:ext cx="10016043" cy="3276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Data Collection</a:t>
          </a:r>
        </a:p>
      </dsp:txBody>
      <dsp:txXfrm>
        <a:off x="1222296" y="0"/>
        <a:ext cx="5008021" cy="1556384"/>
      </dsp:txXfrm>
    </dsp:sp>
    <dsp:sp modelId="{EF634B4E-5F21-4D3C-85C0-BBCD89823D39}">
      <dsp:nvSpPr>
        <dsp:cNvPr id="0" name=""/>
        <dsp:cNvSpPr/>
      </dsp:nvSpPr>
      <dsp:spPr>
        <a:xfrm>
          <a:off x="444103" y="1556384"/>
          <a:ext cx="1556385" cy="155638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4B019-B635-419F-A3CE-D137E9D16217}">
      <dsp:nvSpPr>
        <dsp:cNvPr id="0" name=""/>
        <dsp:cNvSpPr/>
      </dsp:nvSpPr>
      <dsp:spPr>
        <a:xfrm>
          <a:off x="1222296" y="1556384"/>
          <a:ext cx="10016043" cy="155638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Data Analysis</a:t>
          </a:r>
          <a:endParaRPr lang="en-IN" sz="4400" kern="1200" dirty="0"/>
        </a:p>
      </dsp:txBody>
      <dsp:txXfrm>
        <a:off x="1222296" y="1556384"/>
        <a:ext cx="5008021" cy="1556385"/>
      </dsp:txXfrm>
    </dsp:sp>
    <dsp:sp modelId="{AE09D4E1-6F9C-4761-BEFF-B225999A66D6}">
      <dsp:nvSpPr>
        <dsp:cNvPr id="0" name=""/>
        <dsp:cNvSpPr/>
      </dsp:nvSpPr>
      <dsp:spPr>
        <a:xfrm>
          <a:off x="4301302" y="0"/>
          <a:ext cx="6672036" cy="1556384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/>
            <a:t>Primary data</a:t>
          </a:r>
          <a:r>
            <a:rPr lang="en-US" sz="2400" kern="1200" dirty="0"/>
            <a:t>: Semi-structured interviews with industry experts.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1" kern="1200" dirty="0"/>
            <a:t>Secondary data</a:t>
          </a:r>
          <a:r>
            <a:rPr lang="en-US" sz="2400" kern="1200" dirty="0"/>
            <a:t>: Review of academic literature, industry reports, market research.</a:t>
          </a:r>
        </a:p>
      </dsp:txBody>
      <dsp:txXfrm>
        <a:off x="4301302" y="0"/>
        <a:ext cx="6672036" cy="1556384"/>
      </dsp:txXfrm>
    </dsp:sp>
    <dsp:sp modelId="{B656B911-1642-4248-86A0-ED018130A1A7}">
      <dsp:nvSpPr>
        <dsp:cNvPr id="0" name=""/>
        <dsp:cNvSpPr/>
      </dsp:nvSpPr>
      <dsp:spPr>
        <a:xfrm>
          <a:off x="4301302" y="1524121"/>
          <a:ext cx="6672036" cy="1556385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dirty="0"/>
            <a:t>Quantitative analysis</a:t>
          </a:r>
          <a:r>
            <a:rPr lang="en-US" sz="2300" kern="1200" dirty="0"/>
            <a:t> using statistical techniques and machine learning algorithms.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dirty="0"/>
            <a:t>Qualitative analysis</a:t>
          </a:r>
          <a:r>
            <a:rPr lang="en-US" sz="2300" kern="1200" dirty="0"/>
            <a:t> using thematic analysis.</a:t>
          </a:r>
        </a:p>
      </dsp:txBody>
      <dsp:txXfrm>
        <a:off x="4301302" y="1524121"/>
        <a:ext cx="6672036" cy="15563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EEF3E7-A366-4D55-9CCB-EE919D8F3883}">
      <dsp:nvSpPr>
        <dsp:cNvPr id="0" name=""/>
        <dsp:cNvSpPr/>
      </dsp:nvSpPr>
      <dsp:spPr>
        <a:xfrm>
          <a:off x="56" y="233805"/>
          <a:ext cx="5440769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Concrete Outcomes</a:t>
          </a:r>
        </a:p>
      </dsp:txBody>
      <dsp:txXfrm>
        <a:off x="56" y="233805"/>
        <a:ext cx="5440769" cy="662400"/>
      </dsp:txXfrm>
    </dsp:sp>
    <dsp:sp modelId="{CC0A28D9-FF22-4D19-A59C-DBE1050C6CA7}">
      <dsp:nvSpPr>
        <dsp:cNvPr id="0" name=""/>
        <dsp:cNvSpPr/>
      </dsp:nvSpPr>
      <dsp:spPr>
        <a:xfrm>
          <a:off x="56" y="896205"/>
          <a:ext cx="5440769" cy="214658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Academic publications.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Industry report with actionable insights.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Practical framework for business schools.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Case study compendium.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Conference presentations.</a:t>
          </a:r>
        </a:p>
      </dsp:txBody>
      <dsp:txXfrm>
        <a:off x="56" y="896205"/>
        <a:ext cx="5440769" cy="2146589"/>
      </dsp:txXfrm>
    </dsp:sp>
    <dsp:sp modelId="{A0D1CDC3-5687-497C-B0FB-90A49B9E5BF0}">
      <dsp:nvSpPr>
        <dsp:cNvPr id="0" name=""/>
        <dsp:cNvSpPr/>
      </dsp:nvSpPr>
      <dsp:spPr>
        <a:xfrm>
          <a:off x="6202533" y="233805"/>
          <a:ext cx="5440769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Impact</a:t>
          </a:r>
        </a:p>
      </dsp:txBody>
      <dsp:txXfrm>
        <a:off x="6202533" y="233805"/>
        <a:ext cx="5440769" cy="662400"/>
      </dsp:txXfrm>
    </dsp:sp>
    <dsp:sp modelId="{AB375AED-747C-4743-BE26-A23F660D1B6A}">
      <dsp:nvSpPr>
        <dsp:cNvPr id="0" name=""/>
        <dsp:cNvSpPr/>
      </dsp:nvSpPr>
      <dsp:spPr>
        <a:xfrm>
          <a:off x="6202533" y="896205"/>
          <a:ext cx="5440769" cy="214658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3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Advancement of business education.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Support for practical skills development.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Promotion of ethical and responsible innovation.</a:t>
          </a:r>
        </a:p>
      </dsp:txBody>
      <dsp:txXfrm>
        <a:off x="6202533" y="896205"/>
        <a:ext cx="5440769" cy="21465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6320D-79AE-42B4-8D4F-7576863C4999}" type="datetimeFigureOut">
              <a:rPr lang="en-IN" smtClean="0"/>
              <a:t>17-04-2025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E51CA8-D0CC-4049-B46E-4D54B31FC5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1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89790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174" y="1440330"/>
            <a:ext cx="11411418" cy="3276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910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2000" y="6446838"/>
            <a:ext cx="2121592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63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BAAAC38D-0552-4C82-B593-E6124DFADBE2}" type="datetime1">
              <a:rPr lang="en-US" smtClean="0"/>
              <a:t>4/17/2025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2000" y="6446838"/>
            <a:ext cx="2121592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576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D9DF0F1C-5577-4ACB-BB62-DF8F3C494C7E}" type="datetime1">
              <a:rPr lang="en-US" smtClean="0"/>
              <a:t>4/17/2025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2000" y="6446838"/>
            <a:ext cx="2121592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566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1775B394-D9F9-4F0C-B15D-605F45CB9E9F}" type="datetime1">
              <a:rPr lang="en-US" smtClean="0"/>
              <a:t>4/17/2025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2000" y="6446838"/>
            <a:ext cx="2121592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4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39667345-2558-425A-8533-9BFDBCE15005}" type="datetime1">
              <a:rPr lang="en-US" smtClean="0"/>
              <a:t>4/17/2025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2000" y="6446838"/>
            <a:ext cx="2121592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309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652000" y="6446838"/>
            <a:ext cx="212159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482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652000" y="6446838"/>
            <a:ext cx="2121592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8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B612A279-0833-481D-8C56-F67FD0AC6C50}" type="datetime1">
              <a:rPr lang="en-US" smtClean="0"/>
              <a:t>4/17/2025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2000" y="6446838"/>
            <a:ext cx="2121592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144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6587DA83-5663-4C9C-B9AA-0B40A3DAFF81}" type="datetime1">
              <a:rPr lang="en-US" smtClean="0"/>
              <a:t>4/17/2025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2000" y="6446838"/>
            <a:ext cx="2121592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218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20000"/>
                <a:lumOff val="80000"/>
              </a:schemeClr>
            </a:gs>
            <a:gs pos="100000">
              <a:schemeClr val="tx2">
                <a:lumMod val="60000"/>
                <a:lumOff val="4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2174" y="235804"/>
            <a:ext cx="11411418" cy="7531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2174" y="1440330"/>
            <a:ext cx="11411418" cy="41476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>
            <a:cxnSpLocks/>
          </p:cNvCxnSpPr>
          <p:nvPr/>
        </p:nvCxnSpPr>
        <p:spPr>
          <a:xfrm>
            <a:off x="362174" y="5925666"/>
            <a:ext cx="1160727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065D95C-BEAD-4533-ACA1-D09066FE2A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72" t="29310" r="14291" b="26247"/>
          <a:stretch/>
        </p:blipFill>
        <p:spPr>
          <a:xfrm>
            <a:off x="272831" y="6134775"/>
            <a:ext cx="2123924" cy="5406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24D6EE-C798-4AB3-97A2-EC7E8239A613}"/>
              </a:ext>
            </a:extLst>
          </p:cNvPr>
          <p:cNvSpPr txBox="1"/>
          <p:nvPr userDrawn="1"/>
        </p:nvSpPr>
        <p:spPr>
          <a:xfrm>
            <a:off x="11107271" y="6318558"/>
            <a:ext cx="98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Slide </a:t>
            </a:r>
            <a:fld id="{3A98EE3D-8CD1-4C3F-BD1C-C98C9596463C}" type="slidenum">
              <a:rPr lang="en-US" smtClean="0"/>
              <a:pPr/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69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Wingdings" panose="05000000000000000000" pitchFamily="2" charset="2"/>
        <a:buChar char="§"/>
        <a:defRPr sz="17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20000"/>
                <a:lumOff val="80000"/>
              </a:schemeClr>
            </a:gs>
            <a:gs pos="100000">
              <a:schemeClr val="tx2">
                <a:lumMod val="60000"/>
                <a:lumOff val="4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92F6830-0BE2-4C6E-A855-0565A340250E}"/>
              </a:ext>
            </a:extLst>
          </p:cNvPr>
          <p:cNvSpPr txBox="1">
            <a:spLocks/>
          </p:cNvSpPr>
          <p:nvPr/>
        </p:nvSpPr>
        <p:spPr>
          <a:xfrm>
            <a:off x="1064406" y="1546731"/>
            <a:ext cx="10263673" cy="9880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4400" dirty="0"/>
              <a:t>Data-Driven Insights for Strategic Decision-making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78F2E9C-6A9A-458C-B104-E4717F9227A0}"/>
              </a:ext>
            </a:extLst>
          </p:cNvPr>
          <p:cNvSpPr txBox="1">
            <a:spLocks/>
          </p:cNvSpPr>
          <p:nvPr/>
        </p:nvSpPr>
        <p:spPr>
          <a:xfrm>
            <a:off x="1100798" y="2921486"/>
            <a:ext cx="10058400" cy="7933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none" spc="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Wingdings" panose="05000000000000000000" pitchFamily="2" charset="2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Research Proposal submitted in April 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52806D-9168-4BC0-86A9-CBAEBB271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72" t="29310" r="14291" b="26247"/>
          <a:stretch/>
        </p:blipFill>
        <p:spPr>
          <a:xfrm>
            <a:off x="272830" y="6134775"/>
            <a:ext cx="2333891" cy="5941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BB4E76-CEF5-4402-A537-916A6AE5A117}"/>
              </a:ext>
            </a:extLst>
          </p:cNvPr>
          <p:cNvSpPr txBox="1"/>
          <p:nvPr/>
        </p:nvSpPr>
        <p:spPr>
          <a:xfrm>
            <a:off x="11232107" y="6332561"/>
            <a:ext cx="841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Slide 1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91243C-780A-41D5-9B11-EBBD84C687A6}"/>
              </a:ext>
            </a:extLst>
          </p:cNvPr>
          <p:cNvCxnSpPr/>
          <p:nvPr/>
        </p:nvCxnSpPr>
        <p:spPr>
          <a:xfrm>
            <a:off x="272831" y="5882185"/>
            <a:ext cx="1166896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479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FI" dirty="0"/>
              <a:t>Agenda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8000" indent="-180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Research Aims and Objectives</a:t>
            </a:r>
          </a:p>
          <a:p>
            <a:pPr marL="108000" indent="-180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Key Literature review</a:t>
            </a:r>
          </a:p>
          <a:p>
            <a:pPr marL="108000" indent="-180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Research Methodology</a:t>
            </a:r>
          </a:p>
          <a:p>
            <a:pPr marL="108000" indent="-180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Expected Outcomes</a:t>
            </a:r>
          </a:p>
          <a:p>
            <a:pPr marL="108000" indent="-1800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/>
              <a:t>Planned timelines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Aims and Objectives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3B424FB-6CB1-4DF8-9835-68F886AF976C}"/>
              </a:ext>
            </a:extLst>
          </p:cNvPr>
          <p:cNvSpPr/>
          <p:nvPr/>
        </p:nvSpPr>
        <p:spPr>
          <a:xfrm>
            <a:off x="362174" y="1386073"/>
            <a:ext cx="1833570" cy="684000"/>
          </a:xfrm>
          <a:custGeom>
            <a:avLst/>
            <a:gdLst>
              <a:gd name="connsiteX0" fmla="*/ 0 w 889168"/>
              <a:gd name="connsiteY0" fmla="*/ 833196 h 1666392"/>
              <a:gd name="connsiteX1" fmla="*/ 222292 w 889168"/>
              <a:gd name="connsiteY1" fmla="*/ 0 h 1666392"/>
              <a:gd name="connsiteX2" fmla="*/ 666876 w 889168"/>
              <a:gd name="connsiteY2" fmla="*/ 0 h 1666392"/>
              <a:gd name="connsiteX3" fmla="*/ 889168 w 889168"/>
              <a:gd name="connsiteY3" fmla="*/ 833196 h 1666392"/>
              <a:gd name="connsiteX4" fmla="*/ 666876 w 889168"/>
              <a:gd name="connsiteY4" fmla="*/ 1666392 h 1666392"/>
              <a:gd name="connsiteX5" fmla="*/ 222292 w 889168"/>
              <a:gd name="connsiteY5" fmla="*/ 1666392 h 1666392"/>
              <a:gd name="connsiteX6" fmla="*/ 0 w 889168"/>
              <a:gd name="connsiteY6" fmla="*/ 833196 h 1666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9168" h="1666392">
                <a:moveTo>
                  <a:pt x="444584" y="1"/>
                </a:moveTo>
                <a:lnTo>
                  <a:pt x="889168" y="416598"/>
                </a:lnTo>
                <a:lnTo>
                  <a:pt x="889168" y="1249794"/>
                </a:lnTo>
                <a:lnTo>
                  <a:pt x="444584" y="1666391"/>
                </a:lnTo>
                <a:lnTo>
                  <a:pt x="0" y="1249794"/>
                </a:lnTo>
                <a:lnTo>
                  <a:pt x="0" y="416598"/>
                </a:lnTo>
                <a:lnTo>
                  <a:pt x="444584" y="1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7892" tIns="158355" rIns="287892" bIns="158355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b="1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A0E7831-A733-460C-89EA-CA0F0F81BA3D}"/>
              </a:ext>
            </a:extLst>
          </p:cNvPr>
          <p:cNvSpPr/>
          <p:nvPr/>
        </p:nvSpPr>
        <p:spPr>
          <a:xfrm>
            <a:off x="2272846" y="1431682"/>
            <a:ext cx="9580071" cy="577959"/>
          </a:xfrm>
          <a:custGeom>
            <a:avLst/>
            <a:gdLst>
              <a:gd name="connsiteX0" fmla="*/ 96328 w 577959"/>
              <a:gd name="connsiteY0" fmla="*/ 0 h 9580071"/>
              <a:gd name="connsiteX1" fmla="*/ 481631 w 577959"/>
              <a:gd name="connsiteY1" fmla="*/ 0 h 9580071"/>
              <a:gd name="connsiteX2" fmla="*/ 577959 w 577959"/>
              <a:gd name="connsiteY2" fmla="*/ 96328 h 9580071"/>
              <a:gd name="connsiteX3" fmla="*/ 577959 w 577959"/>
              <a:gd name="connsiteY3" fmla="*/ 9580071 h 9580071"/>
              <a:gd name="connsiteX4" fmla="*/ 577959 w 577959"/>
              <a:gd name="connsiteY4" fmla="*/ 9580071 h 9580071"/>
              <a:gd name="connsiteX5" fmla="*/ 0 w 577959"/>
              <a:gd name="connsiteY5" fmla="*/ 9580071 h 9580071"/>
              <a:gd name="connsiteX6" fmla="*/ 0 w 577959"/>
              <a:gd name="connsiteY6" fmla="*/ 9580071 h 9580071"/>
              <a:gd name="connsiteX7" fmla="*/ 0 w 577959"/>
              <a:gd name="connsiteY7" fmla="*/ 96328 h 9580071"/>
              <a:gd name="connsiteX8" fmla="*/ 96328 w 577959"/>
              <a:gd name="connsiteY8" fmla="*/ 0 h 9580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7959" h="9580071">
                <a:moveTo>
                  <a:pt x="577959" y="1596709"/>
                </a:moveTo>
                <a:lnTo>
                  <a:pt x="577959" y="7983362"/>
                </a:lnTo>
                <a:cubicBezTo>
                  <a:pt x="577959" y="8865187"/>
                  <a:pt x="575357" y="9580063"/>
                  <a:pt x="572148" y="9580063"/>
                </a:cubicBezTo>
                <a:lnTo>
                  <a:pt x="0" y="9580063"/>
                </a:lnTo>
                <a:lnTo>
                  <a:pt x="0" y="9580063"/>
                </a:lnTo>
                <a:lnTo>
                  <a:pt x="0" y="8"/>
                </a:lnTo>
                <a:lnTo>
                  <a:pt x="0" y="8"/>
                </a:lnTo>
                <a:lnTo>
                  <a:pt x="572148" y="8"/>
                </a:lnTo>
                <a:cubicBezTo>
                  <a:pt x="575357" y="8"/>
                  <a:pt x="577959" y="714884"/>
                  <a:pt x="577959" y="1596709"/>
                </a:cubicBez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5128" tIns="40279" rIns="40279" bIns="40279" numCol="1" spcCol="1270" anchor="ctr" anchorCtr="0">
            <a:noAutofit/>
          </a:bodyPr>
          <a:lstStyle/>
          <a:p>
            <a:pPr marL="171450" lvl="1" indent="-171450" algn="l" defTabSz="8445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900" kern="1200" dirty="0"/>
              <a:t>Analyze capabilities of business analytics and AI in identifying unmet consumer needs.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241EA7-8B35-4F18-B9AD-6A092D6940EF}"/>
              </a:ext>
            </a:extLst>
          </p:cNvPr>
          <p:cNvSpPr/>
          <p:nvPr/>
        </p:nvSpPr>
        <p:spPr>
          <a:xfrm>
            <a:off x="362174" y="2114840"/>
            <a:ext cx="1833570" cy="684000"/>
          </a:xfrm>
          <a:custGeom>
            <a:avLst/>
            <a:gdLst>
              <a:gd name="connsiteX0" fmla="*/ 0 w 889168"/>
              <a:gd name="connsiteY0" fmla="*/ 833196 h 1666392"/>
              <a:gd name="connsiteX1" fmla="*/ 222292 w 889168"/>
              <a:gd name="connsiteY1" fmla="*/ 0 h 1666392"/>
              <a:gd name="connsiteX2" fmla="*/ 666876 w 889168"/>
              <a:gd name="connsiteY2" fmla="*/ 0 h 1666392"/>
              <a:gd name="connsiteX3" fmla="*/ 889168 w 889168"/>
              <a:gd name="connsiteY3" fmla="*/ 833196 h 1666392"/>
              <a:gd name="connsiteX4" fmla="*/ 666876 w 889168"/>
              <a:gd name="connsiteY4" fmla="*/ 1666392 h 1666392"/>
              <a:gd name="connsiteX5" fmla="*/ 222292 w 889168"/>
              <a:gd name="connsiteY5" fmla="*/ 1666392 h 1666392"/>
              <a:gd name="connsiteX6" fmla="*/ 0 w 889168"/>
              <a:gd name="connsiteY6" fmla="*/ 833196 h 1666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9168" h="1666392">
                <a:moveTo>
                  <a:pt x="444584" y="1"/>
                </a:moveTo>
                <a:lnTo>
                  <a:pt x="889168" y="416598"/>
                </a:lnTo>
                <a:lnTo>
                  <a:pt x="889168" y="1249794"/>
                </a:lnTo>
                <a:lnTo>
                  <a:pt x="444584" y="1666391"/>
                </a:lnTo>
                <a:lnTo>
                  <a:pt x="0" y="1249794"/>
                </a:lnTo>
                <a:lnTo>
                  <a:pt x="0" y="416598"/>
                </a:lnTo>
                <a:lnTo>
                  <a:pt x="444584" y="1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7892" tIns="158356" rIns="287892" bIns="158355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b="1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0543133-5D85-4F8B-8825-733AA3224F96}"/>
              </a:ext>
            </a:extLst>
          </p:cNvPr>
          <p:cNvSpPr/>
          <p:nvPr/>
        </p:nvSpPr>
        <p:spPr>
          <a:xfrm>
            <a:off x="2272846" y="2200910"/>
            <a:ext cx="9580071" cy="577959"/>
          </a:xfrm>
          <a:custGeom>
            <a:avLst/>
            <a:gdLst>
              <a:gd name="connsiteX0" fmla="*/ 96328 w 577959"/>
              <a:gd name="connsiteY0" fmla="*/ 0 h 9580071"/>
              <a:gd name="connsiteX1" fmla="*/ 481631 w 577959"/>
              <a:gd name="connsiteY1" fmla="*/ 0 h 9580071"/>
              <a:gd name="connsiteX2" fmla="*/ 577959 w 577959"/>
              <a:gd name="connsiteY2" fmla="*/ 96328 h 9580071"/>
              <a:gd name="connsiteX3" fmla="*/ 577959 w 577959"/>
              <a:gd name="connsiteY3" fmla="*/ 9580071 h 9580071"/>
              <a:gd name="connsiteX4" fmla="*/ 577959 w 577959"/>
              <a:gd name="connsiteY4" fmla="*/ 9580071 h 9580071"/>
              <a:gd name="connsiteX5" fmla="*/ 0 w 577959"/>
              <a:gd name="connsiteY5" fmla="*/ 9580071 h 9580071"/>
              <a:gd name="connsiteX6" fmla="*/ 0 w 577959"/>
              <a:gd name="connsiteY6" fmla="*/ 9580071 h 9580071"/>
              <a:gd name="connsiteX7" fmla="*/ 0 w 577959"/>
              <a:gd name="connsiteY7" fmla="*/ 96328 h 9580071"/>
              <a:gd name="connsiteX8" fmla="*/ 96328 w 577959"/>
              <a:gd name="connsiteY8" fmla="*/ 0 h 9580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7959" h="9580071">
                <a:moveTo>
                  <a:pt x="577959" y="1596709"/>
                </a:moveTo>
                <a:lnTo>
                  <a:pt x="577959" y="7983362"/>
                </a:lnTo>
                <a:cubicBezTo>
                  <a:pt x="577959" y="8865187"/>
                  <a:pt x="575357" y="9580063"/>
                  <a:pt x="572148" y="9580063"/>
                </a:cubicBezTo>
                <a:lnTo>
                  <a:pt x="0" y="9580063"/>
                </a:lnTo>
                <a:lnTo>
                  <a:pt x="0" y="9580063"/>
                </a:lnTo>
                <a:lnTo>
                  <a:pt x="0" y="8"/>
                </a:lnTo>
                <a:lnTo>
                  <a:pt x="0" y="8"/>
                </a:lnTo>
                <a:lnTo>
                  <a:pt x="572148" y="8"/>
                </a:lnTo>
                <a:cubicBezTo>
                  <a:pt x="575357" y="8"/>
                  <a:pt x="577959" y="714884"/>
                  <a:pt x="577959" y="1596709"/>
                </a:cubicBez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5128" tIns="40279" rIns="40279" bIns="40279" numCol="1" spcCol="1270" anchor="ctr" anchorCtr="0">
            <a:noAutofit/>
          </a:bodyPr>
          <a:lstStyle/>
          <a:p>
            <a:pPr marL="171450" lvl="1" indent="-171450" algn="l" defTabSz="8445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900" kern="1200" dirty="0"/>
              <a:t>Research effectiveness of machine learning and predictive modeling.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5AFB9A0-56B1-4E82-B6E7-AA2CAFE541B4}"/>
              </a:ext>
            </a:extLst>
          </p:cNvPr>
          <p:cNvSpPr/>
          <p:nvPr/>
        </p:nvSpPr>
        <p:spPr>
          <a:xfrm>
            <a:off x="362174" y="2884069"/>
            <a:ext cx="1833570" cy="684000"/>
          </a:xfrm>
          <a:custGeom>
            <a:avLst/>
            <a:gdLst>
              <a:gd name="connsiteX0" fmla="*/ 0 w 889168"/>
              <a:gd name="connsiteY0" fmla="*/ 833196 h 1666392"/>
              <a:gd name="connsiteX1" fmla="*/ 222292 w 889168"/>
              <a:gd name="connsiteY1" fmla="*/ 0 h 1666392"/>
              <a:gd name="connsiteX2" fmla="*/ 666876 w 889168"/>
              <a:gd name="connsiteY2" fmla="*/ 0 h 1666392"/>
              <a:gd name="connsiteX3" fmla="*/ 889168 w 889168"/>
              <a:gd name="connsiteY3" fmla="*/ 833196 h 1666392"/>
              <a:gd name="connsiteX4" fmla="*/ 666876 w 889168"/>
              <a:gd name="connsiteY4" fmla="*/ 1666392 h 1666392"/>
              <a:gd name="connsiteX5" fmla="*/ 222292 w 889168"/>
              <a:gd name="connsiteY5" fmla="*/ 1666392 h 1666392"/>
              <a:gd name="connsiteX6" fmla="*/ 0 w 889168"/>
              <a:gd name="connsiteY6" fmla="*/ 833196 h 1666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9168" h="1666392">
                <a:moveTo>
                  <a:pt x="444584" y="1"/>
                </a:moveTo>
                <a:lnTo>
                  <a:pt x="889168" y="416598"/>
                </a:lnTo>
                <a:lnTo>
                  <a:pt x="889168" y="1249794"/>
                </a:lnTo>
                <a:lnTo>
                  <a:pt x="444584" y="1666391"/>
                </a:lnTo>
                <a:lnTo>
                  <a:pt x="0" y="1249794"/>
                </a:lnTo>
                <a:lnTo>
                  <a:pt x="0" y="416598"/>
                </a:lnTo>
                <a:lnTo>
                  <a:pt x="444584" y="1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6622" tIns="157085" rIns="286622" bIns="15708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C6A254C-728C-433E-BF0C-8AD348D0B270}"/>
              </a:ext>
            </a:extLst>
          </p:cNvPr>
          <p:cNvSpPr/>
          <p:nvPr/>
        </p:nvSpPr>
        <p:spPr>
          <a:xfrm>
            <a:off x="2272846" y="2970138"/>
            <a:ext cx="9580071" cy="577959"/>
          </a:xfrm>
          <a:custGeom>
            <a:avLst/>
            <a:gdLst>
              <a:gd name="connsiteX0" fmla="*/ 96328 w 577959"/>
              <a:gd name="connsiteY0" fmla="*/ 0 h 9580071"/>
              <a:gd name="connsiteX1" fmla="*/ 481631 w 577959"/>
              <a:gd name="connsiteY1" fmla="*/ 0 h 9580071"/>
              <a:gd name="connsiteX2" fmla="*/ 577959 w 577959"/>
              <a:gd name="connsiteY2" fmla="*/ 96328 h 9580071"/>
              <a:gd name="connsiteX3" fmla="*/ 577959 w 577959"/>
              <a:gd name="connsiteY3" fmla="*/ 9580071 h 9580071"/>
              <a:gd name="connsiteX4" fmla="*/ 577959 w 577959"/>
              <a:gd name="connsiteY4" fmla="*/ 9580071 h 9580071"/>
              <a:gd name="connsiteX5" fmla="*/ 0 w 577959"/>
              <a:gd name="connsiteY5" fmla="*/ 9580071 h 9580071"/>
              <a:gd name="connsiteX6" fmla="*/ 0 w 577959"/>
              <a:gd name="connsiteY6" fmla="*/ 9580071 h 9580071"/>
              <a:gd name="connsiteX7" fmla="*/ 0 w 577959"/>
              <a:gd name="connsiteY7" fmla="*/ 96328 h 9580071"/>
              <a:gd name="connsiteX8" fmla="*/ 96328 w 577959"/>
              <a:gd name="connsiteY8" fmla="*/ 0 h 9580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7959" h="9580071">
                <a:moveTo>
                  <a:pt x="577959" y="1596709"/>
                </a:moveTo>
                <a:lnTo>
                  <a:pt x="577959" y="7983362"/>
                </a:lnTo>
                <a:cubicBezTo>
                  <a:pt x="577959" y="8865187"/>
                  <a:pt x="575357" y="9580063"/>
                  <a:pt x="572148" y="9580063"/>
                </a:cubicBezTo>
                <a:lnTo>
                  <a:pt x="0" y="9580063"/>
                </a:lnTo>
                <a:lnTo>
                  <a:pt x="0" y="9580063"/>
                </a:lnTo>
                <a:lnTo>
                  <a:pt x="0" y="8"/>
                </a:lnTo>
                <a:lnTo>
                  <a:pt x="0" y="8"/>
                </a:lnTo>
                <a:lnTo>
                  <a:pt x="572148" y="8"/>
                </a:lnTo>
                <a:cubicBezTo>
                  <a:pt x="575357" y="8"/>
                  <a:pt x="577959" y="714884"/>
                  <a:pt x="577959" y="1596709"/>
                </a:cubicBez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5128" tIns="40279" rIns="40279" bIns="40279" numCol="1" spcCol="1270" anchor="ctr" anchorCtr="0">
            <a:noAutofit/>
          </a:bodyPr>
          <a:lstStyle/>
          <a:p>
            <a:pPr marL="171450" lvl="1" indent="-171450" algn="l" defTabSz="8445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900" kern="1200" dirty="0"/>
              <a:t>Explore methodologies for integrating data from diverse sources.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86D0DC4-79E1-4A71-BC73-32EF256EDD8B}"/>
              </a:ext>
            </a:extLst>
          </p:cNvPr>
          <p:cNvSpPr/>
          <p:nvPr/>
        </p:nvSpPr>
        <p:spPr>
          <a:xfrm>
            <a:off x="362174" y="3653298"/>
            <a:ext cx="1833570" cy="684000"/>
          </a:xfrm>
          <a:custGeom>
            <a:avLst/>
            <a:gdLst>
              <a:gd name="connsiteX0" fmla="*/ 0 w 889168"/>
              <a:gd name="connsiteY0" fmla="*/ 833196 h 1666392"/>
              <a:gd name="connsiteX1" fmla="*/ 222292 w 889168"/>
              <a:gd name="connsiteY1" fmla="*/ 0 h 1666392"/>
              <a:gd name="connsiteX2" fmla="*/ 666876 w 889168"/>
              <a:gd name="connsiteY2" fmla="*/ 0 h 1666392"/>
              <a:gd name="connsiteX3" fmla="*/ 889168 w 889168"/>
              <a:gd name="connsiteY3" fmla="*/ 833196 h 1666392"/>
              <a:gd name="connsiteX4" fmla="*/ 666876 w 889168"/>
              <a:gd name="connsiteY4" fmla="*/ 1666392 h 1666392"/>
              <a:gd name="connsiteX5" fmla="*/ 222292 w 889168"/>
              <a:gd name="connsiteY5" fmla="*/ 1666392 h 1666392"/>
              <a:gd name="connsiteX6" fmla="*/ 0 w 889168"/>
              <a:gd name="connsiteY6" fmla="*/ 833196 h 1666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9168" h="1666392">
                <a:moveTo>
                  <a:pt x="444584" y="1"/>
                </a:moveTo>
                <a:lnTo>
                  <a:pt x="889168" y="416598"/>
                </a:lnTo>
                <a:lnTo>
                  <a:pt x="889168" y="1249794"/>
                </a:lnTo>
                <a:lnTo>
                  <a:pt x="444584" y="1666391"/>
                </a:lnTo>
                <a:lnTo>
                  <a:pt x="0" y="1249794"/>
                </a:lnTo>
                <a:lnTo>
                  <a:pt x="0" y="416598"/>
                </a:lnTo>
                <a:lnTo>
                  <a:pt x="444584" y="1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6622" tIns="157085" rIns="286622" bIns="15708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Investigation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756D68F-9EA8-4070-A6C4-4B4E7C79DC34}"/>
              </a:ext>
            </a:extLst>
          </p:cNvPr>
          <p:cNvSpPr/>
          <p:nvPr/>
        </p:nvSpPr>
        <p:spPr>
          <a:xfrm>
            <a:off x="2272846" y="3739367"/>
            <a:ext cx="9580071" cy="577959"/>
          </a:xfrm>
          <a:custGeom>
            <a:avLst/>
            <a:gdLst>
              <a:gd name="connsiteX0" fmla="*/ 96328 w 577959"/>
              <a:gd name="connsiteY0" fmla="*/ 0 h 9580071"/>
              <a:gd name="connsiteX1" fmla="*/ 481631 w 577959"/>
              <a:gd name="connsiteY1" fmla="*/ 0 h 9580071"/>
              <a:gd name="connsiteX2" fmla="*/ 577959 w 577959"/>
              <a:gd name="connsiteY2" fmla="*/ 96328 h 9580071"/>
              <a:gd name="connsiteX3" fmla="*/ 577959 w 577959"/>
              <a:gd name="connsiteY3" fmla="*/ 9580071 h 9580071"/>
              <a:gd name="connsiteX4" fmla="*/ 577959 w 577959"/>
              <a:gd name="connsiteY4" fmla="*/ 9580071 h 9580071"/>
              <a:gd name="connsiteX5" fmla="*/ 0 w 577959"/>
              <a:gd name="connsiteY5" fmla="*/ 9580071 h 9580071"/>
              <a:gd name="connsiteX6" fmla="*/ 0 w 577959"/>
              <a:gd name="connsiteY6" fmla="*/ 9580071 h 9580071"/>
              <a:gd name="connsiteX7" fmla="*/ 0 w 577959"/>
              <a:gd name="connsiteY7" fmla="*/ 96328 h 9580071"/>
              <a:gd name="connsiteX8" fmla="*/ 96328 w 577959"/>
              <a:gd name="connsiteY8" fmla="*/ 0 h 9580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7959" h="9580071">
                <a:moveTo>
                  <a:pt x="577959" y="1596709"/>
                </a:moveTo>
                <a:lnTo>
                  <a:pt x="577959" y="7983362"/>
                </a:lnTo>
                <a:cubicBezTo>
                  <a:pt x="577959" y="8865187"/>
                  <a:pt x="575357" y="9580063"/>
                  <a:pt x="572148" y="9580063"/>
                </a:cubicBezTo>
                <a:lnTo>
                  <a:pt x="0" y="9580063"/>
                </a:lnTo>
                <a:lnTo>
                  <a:pt x="0" y="9580063"/>
                </a:lnTo>
                <a:lnTo>
                  <a:pt x="0" y="8"/>
                </a:lnTo>
                <a:lnTo>
                  <a:pt x="0" y="8"/>
                </a:lnTo>
                <a:lnTo>
                  <a:pt x="572148" y="8"/>
                </a:lnTo>
                <a:cubicBezTo>
                  <a:pt x="575357" y="8"/>
                  <a:pt x="577959" y="714884"/>
                  <a:pt x="577959" y="1596709"/>
                </a:cubicBez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5128" tIns="40279" rIns="40279" bIns="40279" numCol="1" spcCol="1270" anchor="ctr" anchorCtr="0">
            <a:noAutofit/>
          </a:bodyPr>
          <a:lstStyle/>
          <a:p>
            <a:pPr marL="171450" lvl="1" indent="-171450" algn="l" defTabSz="8445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900" kern="1200" dirty="0"/>
              <a:t>Investigate challenges in using AI analytics (market segmentation &amp; customer acquisition)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F51A912-FAB3-4F0D-9754-F767232788EB}"/>
              </a:ext>
            </a:extLst>
          </p:cNvPr>
          <p:cNvSpPr/>
          <p:nvPr/>
        </p:nvSpPr>
        <p:spPr>
          <a:xfrm>
            <a:off x="362174" y="4422526"/>
            <a:ext cx="1833570" cy="684000"/>
          </a:xfrm>
          <a:custGeom>
            <a:avLst/>
            <a:gdLst>
              <a:gd name="connsiteX0" fmla="*/ 0 w 889168"/>
              <a:gd name="connsiteY0" fmla="*/ 833196 h 1666392"/>
              <a:gd name="connsiteX1" fmla="*/ 222292 w 889168"/>
              <a:gd name="connsiteY1" fmla="*/ 0 h 1666392"/>
              <a:gd name="connsiteX2" fmla="*/ 666876 w 889168"/>
              <a:gd name="connsiteY2" fmla="*/ 0 h 1666392"/>
              <a:gd name="connsiteX3" fmla="*/ 889168 w 889168"/>
              <a:gd name="connsiteY3" fmla="*/ 833196 h 1666392"/>
              <a:gd name="connsiteX4" fmla="*/ 666876 w 889168"/>
              <a:gd name="connsiteY4" fmla="*/ 1666392 h 1666392"/>
              <a:gd name="connsiteX5" fmla="*/ 222292 w 889168"/>
              <a:gd name="connsiteY5" fmla="*/ 1666392 h 1666392"/>
              <a:gd name="connsiteX6" fmla="*/ 0 w 889168"/>
              <a:gd name="connsiteY6" fmla="*/ 833196 h 1666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9168" h="1666392">
                <a:moveTo>
                  <a:pt x="444584" y="1"/>
                </a:moveTo>
                <a:lnTo>
                  <a:pt x="889168" y="416598"/>
                </a:lnTo>
                <a:lnTo>
                  <a:pt x="889168" y="1249794"/>
                </a:lnTo>
                <a:lnTo>
                  <a:pt x="444584" y="1666391"/>
                </a:lnTo>
                <a:lnTo>
                  <a:pt x="0" y="1249794"/>
                </a:lnTo>
                <a:lnTo>
                  <a:pt x="0" y="416598"/>
                </a:lnTo>
                <a:lnTo>
                  <a:pt x="444584" y="1"/>
                </a:ln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6622" tIns="157085" rIns="286622" bIns="157085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b="1" kern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5193FCB-0AB7-413A-B418-5C7EE02B1892}"/>
              </a:ext>
            </a:extLst>
          </p:cNvPr>
          <p:cNvSpPr/>
          <p:nvPr/>
        </p:nvSpPr>
        <p:spPr>
          <a:xfrm>
            <a:off x="2272846" y="4508595"/>
            <a:ext cx="9580071" cy="577960"/>
          </a:xfrm>
          <a:custGeom>
            <a:avLst/>
            <a:gdLst>
              <a:gd name="connsiteX0" fmla="*/ 96328 w 577959"/>
              <a:gd name="connsiteY0" fmla="*/ 0 h 9580071"/>
              <a:gd name="connsiteX1" fmla="*/ 481631 w 577959"/>
              <a:gd name="connsiteY1" fmla="*/ 0 h 9580071"/>
              <a:gd name="connsiteX2" fmla="*/ 577959 w 577959"/>
              <a:gd name="connsiteY2" fmla="*/ 96328 h 9580071"/>
              <a:gd name="connsiteX3" fmla="*/ 577959 w 577959"/>
              <a:gd name="connsiteY3" fmla="*/ 9580071 h 9580071"/>
              <a:gd name="connsiteX4" fmla="*/ 577959 w 577959"/>
              <a:gd name="connsiteY4" fmla="*/ 9580071 h 9580071"/>
              <a:gd name="connsiteX5" fmla="*/ 0 w 577959"/>
              <a:gd name="connsiteY5" fmla="*/ 9580071 h 9580071"/>
              <a:gd name="connsiteX6" fmla="*/ 0 w 577959"/>
              <a:gd name="connsiteY6" fmla="*/ 9580071 h 9580071"/>
              <a:gd name="connsiteX7" fmla="*/ 0 w 577959"/>
              <a:gd name="connsiteY7" fmla="*/ 96328 h 9580071"/>
              <a:gd name="connsiteX8" fmla="*/ 96328 w 577959"/>
              <a:gd name="connsiteY8" fmla="*/ 0 h 9580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7959" h="9580071">
                <a:moveTo>
                  <a:pt x="577959" y="1596709"/>
                </a:moveTo>
                <a:lnTo>
                  <a:pt x="577959" y="7983362"/>
                </a:lnTo>
                <a:cubicBezTo>
                  <a:pt x="577959" y="8865187"/>
                  <a:pt x="575357" y="9580063"/>
                  <a:pt x="572148" y="9580063"/>
                </a:cubicBezTo>
                <a:lnTo>
                  <a:pt x="0" y="9580063"/>
                </a:lnTo>
                <a:lnTo>
                  <a:pt x="0" y="9580063"/>
                </a:lnTo>
                <a:lnTo>
                  <a:pt x="0" y="8"/>
                </a:lnTo>
                <a:lnTo>
                  <a:pt x="0" y="8"/>
                </a:lnTo>
                <a:lnTo>
                  <a:pt x="572148" y="8"/>
                </a:lnTo>
                <a:cubicBezTo>
                  <a:pt x="575357" y="8"/>
                  <a:pt x="577959" y="714884"/>
                  <a:pt x="577959" y="1596709"/>
                </a:cubicBezTo>
                <a:close/>
              </a:path>
            </a:pathLst>
          </a:cu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5128" tIns="40279" rIns="40279" bIns="40280" numCol="1" spcCol="1270" anchor="ctr" anchorCtr="0">
            <a:noAutofit/>
          </a:bodyPr>
          <a:lstStyle/>
          <a:p>
            <a:pPr marL="171450" lvl="1" indent="-171450" algn="l" defTabSz="8445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900" kern="1200" dirty="0"/>
              <a:t>Develop a curriculum framework for business schools.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Research Methodology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307067-0BDC-4F9A-8DD4-8DC48216A5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1573282"/>
              </p:ext>
            </p:extLst>
          </p:nvPr>
        </p:nvGraphicFramePr>
        <p:xfrm>
          <a:off x="652404" y="1461378"/>
          <a:ext cx="11654343" cy="327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B8998-AEB6-419F-9063-AA9436775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BAA579-5D9F-4DE3-9110-362CB7F30102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7" t="4467" b="4396"/>
          <a:stretch/>
        </p:blipFill>
        <p:spPr bwMode="auto">
          <a:xfrm>
            <a:off x="516347" y="1158296"/>
            <a:ext cx="9735691" cy="451098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13841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 and Impact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E38FFCC-67A8-41C3-9354-0B0A4BFD36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0777977"/>
              </p:ext>
            </p:extLst>
          </p:nvPr>
        </p:nvGraphicFramePr>
        <p:xfrm>
          <a:off x="362174" y="1386074"/>
          <a:ext cx="11643360" cy="327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Franklin Gothic Book</vt:lpstr>
      <vt:lpstr>Wingdings</vt:lpstr>
      <vt:lpstr>RetrospectVTI</vt:lpstr>
      <vt:lpstr>PowerPoint Presentation</vt:lpstr>
      <vt:lpstr>Agenda</vt:lpstr>
      <vt:lpstr>Research Aims and Objectives</vt:lpstr>
      <vt:lpstr>Research Methodology</vt:lpstr>
      <vt:lpstr>Timeline</vt:lpstr>
      <vt:lpstr>Expected Outcomes and Impact</vt:lpstr>
    </vt:vector>
  </TitlesOfParts>
  <Company>Aalto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Linear Regression Model in Python</dc:title>
  <dc:creator>Dayama Niraj</dc:creator>
  <cp:lastModifiedBy>Niraj Dayama</cp:lastModifiedBy>
  <cp:revision>41</cp:revision>
  <dcterms:created xsi:type="dcterms:W3CDTF">2022-12-14T09:48:17Z</dcterms:created>
  <dcterms:modified xsi:type="dcterms:W3CDTF">2025-04-17T06:26:04Z</dcterms:modified>
</cp:coreProperties>
</file>